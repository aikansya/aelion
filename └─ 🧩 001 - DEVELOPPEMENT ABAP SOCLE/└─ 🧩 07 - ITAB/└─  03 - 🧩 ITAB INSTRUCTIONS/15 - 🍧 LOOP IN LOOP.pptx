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5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7BEA3-52A9-ACD3-ED14-3D59DCCBD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4F984E-E48F-CC9F-8E8F-CD662E85E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8D5B67-B15B-B626-362D-581085DF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BEB62-F409-4893-8DF8-B2F4F54B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A57F75-C2C0-212B-A95D-8BF50C33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24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A4B5B3-6F79-AFFD-DAED-215947A8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B5EE74-E793-DD06-2FB7-9FAAA4CCD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A8F1C3-3B14-3241-695A-35B16687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5214F9-57DF-FBF3-521B-4FDBCDA9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A1820-DBA5-039A-E417-8EF3765A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36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C8F5D2-AA77-A105-0553-3358B3D0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2FF830-A4C7-61FB-8621-1AE8B1314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2AB948-F982-22A7-0E35-E832522BF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C28CE4-5339-A297-9785-BD6BB64A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F43EF2-394C-7442-5CA8-E79B4753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0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00CF3-2407-1329-4044-E709DF60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6A2F1-1B66-A95E-5AD2-DEB7FDD1B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17D710-84E3-4B65-E5A9-71EF58F47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31D4C0-FAD8-FDC9-3242-1940A642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EA196E-9D0E-D9CE-03B1-8A286359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765962-85AF-8823-4EFA-9849630A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13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06C2E-AD6C-55AB-ECC4-C270E3BA4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B64D6C-8A1F-1D7A-E24E-D5BE58A3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E13B2A-AA80-44FD-59AC-AA78025BF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5BE655C-9271-E647-187C-F4532398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20E0AD-030B-CCBA-1E98-1F293E193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D7727DA-838C-0C28-54D1-CD529F6C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03007A-656A-CB1C-37DF-AD5E89BB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6A80CD7-4C80-3DA4-3E47-0864BA33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7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23B43-C423-0746-E93D-0B93306B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99CEDD-F13C-D638-300E-C6560C34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E99E2E-6277-6822-AC46-B3D9FCEB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939680-DC31-BE82-5D45-05AA6FC1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8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4D4FC1-4478-05AE-9312-DD212645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E23349-3AC3-18DA-5A04-B735B492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F63054-A293-F96F-13D2-A5EFC5F3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11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C4400-3F3B-D64A-2665-7AC72319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5500A-9C98-00AB-7DC6-4AB84030A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42CA5C-5DDA-8294-DA76-1F42997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BAEE71-36AB-3890-664A-53CE6930E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F7F6B5-458A-4DF5-0584-6700DA13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95C0A7-4FF2-4006-855A-27FE4FF2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07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8E624-5A23-7F80-952E-2F11351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1AA95D-8FF2-09F1-CF50-72F8DB8BD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1816E3-A68C-E46F-F17B-1ACF649BB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BD849D-E99B-872F-A83D-2F37FBAC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D50474-38E3-04CE-D3C0-69970A9F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3EC0DB-F464-ED71-BF94-71639EBC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114BF2-7A73-A0DB-9241-49A09428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DF0CE6-814C-F530-9846-51C5E02E0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B233AF-229B-EC52-F796-E24989C4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3E00D8-6ADF-A2E2-BA56-9D570EE5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D8969B-8A51-DD4B-281E-3AF14B4F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86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105C7D-9223-BD1C-0379-D50E72DC5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C2229C-43E4-8F42-254D-D49F1298F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36AA4F-D22A-D301-6E21-9A2D81E9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A8535-9973-53F1-E8E2-AF40867E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2FFD89-C080-2B4B-6AD8-CCA48CEB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92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637640-FDCC-9A84-05F4-F3F143D0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B4F1F9-E4BC-5E81-3EFF-5425F721A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7F511B-69A2-5B81-66DE-0930A120C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A9DE4-0DD7-4DA6-87E8-3CA596467FB6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3DB97C-54A1-BEAC-06E3-806AC33D8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EE6499-ED7F-7143-A639-2B14CF5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C5362-EE1E-4021-86D3-A0D42E82E9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9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C0B4FE-56B7-DC5E-4655-BD17487CB14D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EFD79E-9325-DA07-1924-79369AD7D8E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96DB4-AEA0-C22F-953E-86D22DEC7FE4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35849-17EA-011F-BB05-61463F88CD68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3D1B5D-D286-D13D-7D23-53668AD15DDC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748-982E-9944-5266-2FF4CB865538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62848-D281-8C5F-B2EC-15AF3FACE486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AF111C-88E5-5893-35CE-6D8179476BAF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5F9CD-CA5D-D20D-9CBC-0DE94BC9EBCE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1AF64-6FBA-CAAC-2C84-7DBD1521AC2C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A7BE061-194C-146F-91CB-6F9B6A5E628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141BFF-147B-85E1-7AFC-998617FCFD23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449CB50-BA81-1E41-1829-58046F65B75B}"/>
              </a:ext>
            </a:extLst>
          </p:cNvPr>
          <p:cNvCxnSpPr>
            <a:cxnSpLocks/>
          </p:cNvCxnSpPr>
          <p:nvPr/>
        </p:nvCxnSpPr>
        <p:spPr>
          <a:xfrm flipH="1">
            <a:off x="4325503" y="965321"/>
            <a:ext cx="895721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B9BA626-C52B-092A-A569-6A6AD39E631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n’a pas encore été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</p:spTree>
    <p:extLst>
      <p:ext uri="{BB962C8B-B14F-4D97-AF65-F5344CB8AC3E}">
        <p14:creationId xmlns:p14="http://schemas.microsoft.com/office/powerpoint/2010/main" val="62404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6ABE-D924-1D5C-D5F0-60E91E8A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640D1-F711-3C02-C1B8-3240ECF81554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544FB-5381-519F-A7EE-65AB05DDBCDF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6BED3-2DAD-FEF5-E084-56997659AE3C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A2871-5816-1116-705C-3BD128705C61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A561E-E4A2-EC64-36D3-813F8059E766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66BF5-4B39-B7D2-6A9E-AC4CDB91F67B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036C03-8CE3-E734-E9C0-71EFBD6D874A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824C4-9C49-7942-2A83-AEB02BCC8F08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ECC39E-BF52-27BC-80FE-7CC953960BCD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63A49E7-564E-54D9-D2F0-21F3BF5DCD92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7E28C54-8D12-6AED-002B-608FD07DBF0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EFA6DC-A51F-34C6-4D79-78504FCF6AF0}"/>
              </a:ext>
            </a:extLst>
          </p:cNvPr>
          <p:cNvSpPr/>
          <p:nvPr/>
        </p:nvSpPr>
        <p:spPr>
          <a:xfrm>
            <a:off x="5221224" y="818449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24A8002-795E-9CB0-05F1-E8C501B8E27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4325510" y="1315941"/>
            <a:ext cx="970059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12424CE3-1139-31F9-E908-171385B1561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424905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7D5A-B03F-2FC4-E0BD-05F8D7EA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B52CE5-2324-E578-58ED-10D91D71396A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25D7A-0CF2-AF91-1CE3-2AE98DE307D7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985206-8C72-C4FA-1E5B-BB8EE609A79C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43B68-3AA6-E293-6E22-EED3AC17ED62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A6071-73CF-6454-A0C7-D1C2B5CCC588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719DBF-7845-4580-0184-6882A73C1ACA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D1463-74D3-ECC7-48FD-342FAAB45FE6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74EBCB-7607-BC5B-D435-87341E34AF60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5E81AB-234A-0487-C52A-BCB2585F9BCD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A5F720A-B733-5DDF-D1E2-624C59C5789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7048BF-A013-0D0B-4F58-9A3B1A3AB595}"/>
              </a:ext>
            </a:extLst>
          </p:cNvPr>
          <p:cNvSpPr/>
          <p:nvPr/>
        </p:nvSpPr>
        <p:spPr>
          <a:xfrm>
            <a:off x="5221224" y="818449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735DA51-EFC4-754C-1B73-7C5029C3C75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4325510" y="1315941"/>
            <a:ext cx="895714" cy="501329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D46A1361-69C2-BC3C-9137-27F99575C5A8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76BF723-37AC-762C-C03B-D021037AD4E3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81900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540-9DE3-EF0E-549E-7077E9DB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FBB866-7D05-711D-C04C-EC419D856B1A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24CDF0-EAD2-4D7C-B4B5-BB7888E6E6A0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9550D-4B16-9B91-8481-548AA9A33AF6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2ED29A-A418-CD6F-0AC8-A38D81A75693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BD2AE-7AB6-B85C-B612-67681BFE5DC1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ADACA5-9BEB-B74F-77C1-0F55F235DC54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C6A250-03C6-D055-C6E8-323B103F61A8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2FA38C-5887-7783-5F4C-D43A0AAAAFF7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7677F8-0C93-902F-B359-22295945126C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BEE19D4-680F-D598-8E2F-26CDB30B1C4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35E4A3-2F11-AA73-18F0-E2381C284EA2}"/>
              </a:ext>
            </a:extLst>
          </p:cNvPr>
          <p:cNvSpPr/>
          <p:nvPr/>
        </p:nvSpPr>
        <p:spPr>
          <a:xfrm>
            <a:off x="5221224" y="818449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A1E7558-9AAD-A8FD-E182-56B215E2AEC6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4325510" y="965321"/>
            <a:ext cx="895714" cy="35062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95335834-CD55-7067-45AC-0601660F771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9B796B-EB56-9961-511D-F0BBC0206924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46339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277E-CC62-80A4-0D53-AAB67272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B1D5D7-7C67-FB49-F3A0-FF54A73D7DA8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778B4-F643-5ACC-C3C8-8731A687D8B9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72984F-97AD-7A7A-CF6A-A3AD2D62EB2C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033589-D2F2-4215-9670-05B98D4FC7B8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D8888A-1555-DCB4-01D8-291D3987C953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3BB8F2-904F-A227-8754-F791F2195831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53E75E-A5F0-1797-BD49-F73021349D19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679C71-18E6-B0F4-04BC-01F966C1EFF7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401E1-3A0E-FAFE-DA76-86245B0E4B22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83FC2E3-32F8-C0A6-241F-E04DDFAEFB82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C8095D-C3F3-4627-0ECE-9941038D1631}"/>
              </a:ext>
            </a:extLst>
          </p:cNvPr>
          <p:cNvSpPr/>
          <p:nvPr/>
        </p:nvSpPr>
        <p:spPr>
          <a:xfrm>
            <a:off x="5221224" y="818449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BE850FF-5F5C-1C4D-6D2A-D2ECB814C710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325509" y="1327868"/>
            <a:ext cx="895715" cy="63158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17A4F9AB-24FF-53B5-7AA9-97997146CAF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3A23C65-92E7-2572-B141-A57A29F95197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405702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75EB-BC2C-D477-8B28-3E4023AD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9C0844-1D59-AB81-A33D-D181236592C5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A660A-9B25-8096-F48B-99B50AA5D229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C2CCA-66F5-DDB8-776C-47A6931B60FE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36790-32FD-1740-8DBE-AFBFC8E4B3FE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9C956-B2C6-A494-39D2-77B74C943555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30E4AB-2321-DB68-4653-6526C77AD3C2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185185-2E17-285A-DA14-40785E17424E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B1983-ED07-3487-987C-E93D041E063E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29BB20-AB40-9867-15B9-1C292B6C414E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5931C09-C2D8-64A6-BD72-61E29539EC03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8CC76-B742-2846-FC00-336CDAB215F6}"/>
              </a:ext>
            </a:extLst>
          </p:cNvPr>
          <p:cNvSpPr/>
          <p:nvPr/>
        </p:nvSpPr>
        <p:spPr>
          <a:xfrm>
            <a:off x="5221224" y="818449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D08429B-6639-FC56-A012-889138141D09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4325509" y="1959451"/>
            <a:ext cx="895715" cy="419485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6C70FC38-DD81-7DB2-319A-144C0557FA78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0FDA16A-17FC-A074-8161-441E7EA42707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61698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DB9B-890D-2B76-D084-817E02DE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FD074C-589B-0835-CCDE-294A97BD6DFB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61BF8-99A4-C746-8A6D-53892E20D03E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BF7E41-6117-77AA-C679-3B1082B7E1EA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D353A-94D0-D126-99BD-E25262604B1C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5A8FF-AF91-ADB8-818F-A9412E36EDC2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1BCBE9-4A06-6AF5-E7C3-9BF60BFAF2C2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115508-68C8-8BCB-E1B6-AF3C772A6F96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EBFD0-7CB2-2E75-46F2-C046709ECB75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CD878E-1321-0C46-F2EE-BBCCA950C4C2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9F76338-022B-49D5-2B5B-0ABCF0881A9B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61ACA-62AB-1EF0-B128-D4086928B29F}"/>
              </a:ext>
            </a:extLst>
          </p:cNvPr>
          <p:cNvSpPr/>
          <p:nvPr/>
        </p:nvSpPr>
        <p:spPr>
          <a:xfrm>
            <a:off x="5221224" y="820410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58F11BB-8122-63E6-8FE0-F3104638A5D2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325509" y="965321"/>
            <a:ext cx="895715" cy="99413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B5DD84FB-C767-4B7F-2E6E-E9D80D00C56D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216873-30F3-9488-675B-7F1E5C374838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39016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DE57E-B36F-94AA-0DD6-A93A0734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F1163F-A31C-5925-A9DE-7D4CF8B003BA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5D5BA-8033-168A-CF48-4910CA4F1B44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9ED2-B240-95AE-87DD-01ED897DDACE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C42387-2577-174D-35A6-0B016E91948C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407AB-BB99-04BC-C812-3104A73D0349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E06BA-51AC-FAD6-1A60-C3C98EBE86C3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958C10-8CB7-FD9E-894A-3C38B41DEAD7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182B9-B8D3-1606-0F10-171318FBF71B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6DB73-725C-EA42-ABD1-850F4F658285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2398FB6-8732-D33D-EC5B-472448C9B5A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5E6F0-D2DE-BE27-1C23-3662C0FEAA69}"/>
              </a:ext>
            </a:extLst>
          </p:cNvPr>
          <p:cNvSpPr/>
          <p:nvPr/>
        </p:nvSpPr>
        <p:spPr>
          <a:xfrm>
            <a:off x="5221224" y="820410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F59E7C0-20B9-F715-AFFF-50871FBF25D2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325508" y="1272209"/>
            <a:ext cx="895716" cy="133075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D083B723-412B-8FC2-5B67-EB45B98C7D6F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55D7523-CD70-DFEF-99E4-77C455D80D6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4221360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981AB-3906-A917-F0EC-A7F0853B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933653-562B-5B8C-731B-A14B702B554E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EED43-961F-7819-B0B0-44595B2EA648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3BC28-C4EF-6ABF-4BF6-4CBF8B67B9E3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B0700B-3275-0253-C519-9690EFFEE373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AE1BB-958B-3DFD-070C-C89E22D5AFFE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354C48-552C-2167-940F-9D52DFE81F62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6971A8-B985-5DF1-1017-859332F01857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36689B-8AB7-A2D0-C0DD-15E279D5497C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49677F-988B-8C75-BF3D-923211A24A8D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25B62E-A1E8-112E-D984-53934BE70CA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A3130-C77A-AD18-1758-B876B0400EDE}"/>
              </a:ext>
            </a:extLst>
          </p:cNvPr>
          <p:cNvSpPr/>
          <p:nvPr/>
        </p:nvSpPr>
        <p:spPr>
          <a:xfrm>
            <a:off x="5221224" y="820410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E135281-DF86-21AE-1D58-A376428283A9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4325508" y="2602961"/>
            <a:ext cx="895716" cy="355134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081786CB-7F3F-A3F2-3AEE-2C6AD70F8B5E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A8F11F-F154-01DC-6460-D57952BD43F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9460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B5BA-7347-43F2-6AED-7CF7F9DC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C2559B-CF6B-9F2E-E57E-7BCBDE54A846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E84C79-0AAF-B051-9AE8-97D55C7D6AC4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6A7DA-CD59-9000-29BA-C7A5ADB3CEEC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6A1A75-3EB1-5A0F-590C-865C0DF78A10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3BC5D-CB0E-4FD5-7F25-CF46B52A9D84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675BD-15FB-1432-509B-213AB70F7100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63668-13E0-2B37-9C1B-9DC2C6CB7D0B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A07F3D-E76F-199E-33FB-7D354AE128C8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19C4D9-4FAC-75F1-0A17-0A2AF2CF8F67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4303CE8-2D0C-B692-D89E-3F903A51C4F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DB2DD-91E9-8AD7-35DF-C6E16285602A}"/>
              </a:ext>
            </a:extLst>
          </p:cNvPr>
          <p:cNvSpPr/>
          <p:nvPr/>
        </p:nvSpPr>
        <p:spPr>
          <a:xfrm>
            <a:off x="5221224" y="820410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3EDB248-99B2-DDDC-CDC9-D9F1DFD6FD4D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325508" y="965321"/>
            <a:ext cx="895716" cy="16376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21C81D8-DE38-9686-1406-777AF52BE432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F3AED43-1B31-D5D1-A45C-85D2AE64E72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24384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603E-9C68-CB21-2BE0-8087C99D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0140F2-FAC3-CD76-69BD-9C5EAA70594E}"/>
              </a:ext>
            </a:extLst>
          </p:cNvPr>
          <p:cNvSpPr/>
          <p:nvPr/>
        </p:nvSpPr>
        <p:spPr>
          <a:xfrm>
            <a:off x="347744" y="965321"/>
            <a:ext cx="4085617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B02BA7-A8E1-BFA7-F189-D521AB980259}"/>
              </a:ext>
            </a:extLst>
          </p:cNvPr>
          <p:cNvSpPr/>
          <p:nvPr/>
        </p:nvSpPr>
        <p:spPr>
          <a:xfrm>
            <a:off x="421419" y="104162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0FACA6-7EFE-AB6A-B6CD-1649079DBD7C}"/>
              </a:ext>
            </a:extLst>
          </p:cNvPr>
          <p:cNvSpPr/>
          <p:nvPr/>
        </p:nvSpPr>
        <p:spPr>
          <a:xfrm>
            <a:off x="421418" y="168513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8E2588-E4CB-37DF-92B2-1255EAC7187F}"/>
              </a:ext>
            </a:extLst>
          </p:cNvPr>
          <p:cNvSpPr/>
          <p:nvPr/>
        </p:nvSpPr>
        <p:spPr>
          <a:xfrm>
            <a:off x="421417" y="232864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3946B4-AFA9-DFE7-167F-52480D3C2536}"/>
              </a:ext>
            </a:extLst>
          </p:cNvPr>
          <p:cNvSpPr/>
          <p:nvPr/>
        </p:nvSpPr>
        <p:spPr>
          <a:xfrm>
            <a:off x="421416" y="2972151"/>
            <a:ext cx="3904091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3E6F2-B90C-BE80-8485-A6D553137845}"/>
              </a:ext>
            </a:extLst>
          </p:cNvPr>
          <p:cNvSpPr/>
          <p:nvPr/>
        </p:nvSpPr>
        <p:spPr>
          <a:xfrm>
            <a:off x="421415" y="3619895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37C98F-93B4-EC61-5085-9CC5C8B1ADE8}"/>
              </a:ext>
            </a:extLst>
          </p:cNvPr>
          <p:cNvSpPr/>
          <p:nvPr/>
        </p:nvSpPr>
        <p:spPr>
          <a:xfrm>
            <a:off x="421414" y="426763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DDDCF-A617-22E4-2514-420F6A965F5F}"/>
              </a:ext>
            </a:extLst>
          </p:cNvPr>
          <p:cNvSpPr/>
          <p:nvPr/>
        </p:nvSpPr>
        <p:spPr>
          <a:xfrm>
            <a:off x="421413" y="4892579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9373F-28E9-19C4-7161-089FCBB5E570}"/>
              </a:ext>
            </a:extLst>
          </p:cNvPr>
          <p:cNvSpPr/>
          <p:nvPr/>
        </p:nvSpPr>
        <p:spPr>
          <a:xfrm>
            <a:off x="421412" y="5527621"/>
            <a:ext cx="3904091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632AA43-CD8C-53F3-883E-1F3136B31026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427D88-4BDB-2FC8-56B5-359D7FE96C88}"/>
              </a:ext>
            </a:extLst>
          </p:cNvPr>
          <p:cNvSpPr/>
          <p:nvPr/>
        </p:nvSpPr>
        <p:spPr>
          <a:xfrm>
            <a:off x="5221224" y="820410"/>
            <a:ext cx="384048" cy="56784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8A6473D-D995-D223-5329-F537CA9EA4CB}"/>
              </a:ext>
            </a:extLst>
          </p:cNvPr>
          <p:cNvCxnSpPr>
            <a:cxnSpLocks/>
          </p:cNvCxnSpPr>
          <p:nvPr/>
        </p:nvCxnSpPr>
        <p:spPr>
          <a:xfrm flipH="1">
            <a:off x="4325503" y="1319917"/>
            <a:ext cx="895721" cy="192421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500996F4-AC21-1109-E26F-FFA0A0635F9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‘FACTURE-004’.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4B4360E-3940-7C1E-6652-BC11DD5ED30F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5198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C452-F6CA-48B8-7216-A0784DAE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D270D7-87B3-4159-67E1-9722D224DCC1}"/>
              </a:ext>
            </a:extLst>
          </p:cNvPr>
          <p:cNvSpPr txBox="1"/>
          <p:nvPr/>
        </p:nvSpPr>
        <p:spPr>
          <a:xfrm>
            <a:off x="3410746" y="3075057"/>
            <a:ext cx="53705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LOOP DANS UNE LOOP</a:t>
            </a:r>
          </a:p>
        </p:txBody>
      </p:sp>
    </p:spTree>
    <p:extLst>
      <p:ext uri="{BB962C8B-B14F-4D97-AF65-F5344CB8AC3E}">
        <p14:creationId xmlns:p14="http://schemas.microsoft.com/office/powerpoint/2010/main" val="156652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8581-E16B-0DFB-1423-B541BFA0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FAC6D3-7749-F635-DC7B-F9296D1F5B97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70C00-F150-D688-91D4-9CCFBF7C0CC6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C5F0E4-E1FA-CEA9-6872-40D149E8AA4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5BE5F-7259-C8C2-84E6-2F684DF0B4A4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69C8E-737A-C507-C500-CF8E7A66F16F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CA060F-5FB8-A236-D30B-74112CA0A21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83440-62F5-C816-5F72-78DB3F54B41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4A9103-E201-9983-C49E-8D51AF55650E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4648D-92A2-437A-8DB7-EEAF9DA89D6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B77FCA-6B02-135C-759D-9A1D14FE660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6DCAF-8746-D84A-3B00-38CBF720BA94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15F9361-B46F-554A-706E-C8E774441EEC}"/>
              </a:ext>
            </a:extLst>
          </p:cNvPr>
          <p:cNvCxnSpPr>
            <a:cxnSpLocks/>
          </p:cNvCxnSpPr>
          <p:nvPr/>
        </p:nvCxnSpPr>
        <p:spPr>
          <a:xfrm flipH="1">
            <a:off x="2687541" y="965321"/>
            <a:ext cx="253368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B0958B0-EE37-682F-B18A-92B3AF1C8DD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n’a pas encore été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68D944-FC2D-E9A0-7BAA-46D47725690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3B751-0FED-66CC-493B-8939F87E9B45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40DA84-0109-A5F4-ACF5-E9F00F112191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5EE2C-CACE-3219-DED0-26AA968D4BAD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1A1117-B1AA-ED62-1560-F9A99A1667A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23B567-A57B-F5D8-BE60-61A1B1278E6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A76678-FC46-2761-746E-514BFA8B4FBB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5E2BE4-DF95-4DE0-F734-7D042186CA2D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A534D3-22B4-EA4C-E254-3971AD99C8B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E3529B-A79E-FD34-96E6-D0E2A7153788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F5ACD96-481E-4CE2-F744-14789832E63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CF1C28B-03F1-36E1-45A4-DCBD1E16868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50288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CA22-7248-4D0D-149F-7ABE41E1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8C9D0-6D12-0C13-4E4E-184C7D7C8E9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9073F-A633-9F62-FBEE-36798BCA6D3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6FCBD-DF21-C45D-6FD3-719140D6D95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BEA4A-9E1C-CE6F-4B08-AE85C124A5C1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B2D8F-4A2E-5402-450E-5F25ED7BFDD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F0920-F271-C019-ACE0-1940524C18C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208D8-4356-FBBD-0836-E4EED3F2F06A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9FA04-3DB2-517F-99A2-030935E1620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C36C20-7068-B898-8265-1716DD287697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51F22B2-9FAF-EC31-3DF1-23F2BE5446CD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BC70E-9376-3524-4F06-0DD75C1C89B6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45D5538-E7E6-B0F3-D000-A66D06AD515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397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D5472DA-2DE4-8F0F-26C4-2B3C2DE4F8F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742A77-5EEA-522C-5727-1B902D7D214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AB27AB-C929-37CD-73D1-3D1C568A075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AD88A9-3AAE-602A-527B-BF62F57F760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4F8206-8652-9F6A-A5FA-CD30F1A2CA6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756675-A436-DF89-CABB-B6645415B9E3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CE030B-69ED-4BEB-64E9-B98B8765FED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3F2975-1D93-AC19-9C89-9D02D0E066BA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7CB2A1-ABA7-19EE-D004-26EA5F0B3B5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9F9D2-EFC7-C27E-006C-EB6CDED8F196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D1EE19-A743-7B39-1679-EC665AE62A3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1E9F874-C05F-40CF-7460-4B28EA46634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734FE40-58FC-C00A-D93A-E35BACB2AC9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28378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84FC-3349-91D2-9285-847C9459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F59A8-437C-0905-B868-47BA553118A4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AE7CE-CB5A-746A-4592-8011142CD5D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E84D5-A815-5A53-E878-69705E5887DC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6ADA7-BE9F-89C1-F711-E35DFF451FB1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D79FA-1129-E884-2DFF-FB77146E5631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A388B-8CAD-6B0C-EB3E-AAB6DED8DCB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B0B2A9-1C78-05A0-CC37-3A727A6BC5A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14D8D-7C40-2DF5-20FD-52334A326948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342B35-306C-D5CA-6E4D-3A74D4565B4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CB988C-67B4-543C-E7FA-5FDCBC93AA3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5C77E-646C-344F-D086-3E8DAD97990A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FED83E3-4C98-EF59-5D27-7EEE1D8DDB3C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9086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5ADCDD0B-3F7D-5DA2-502A-E4DC833DB259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3EEE8-98A7-F11F-197F-CE743225EA7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3F89A-6E76-056F-AC51-259590641B7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7C00E5-5D63-B649-1894-165EAB17E9C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E0925B-5EE2-A3E8-DC59-1CEB4AD7BBAD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75058F-9978-0484-3177-0803F7747637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A3BD67-7F1B-94CC-698F-D90C355F7E1B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DE2F6F-622A-90E5-46C8-172E1A84A4A8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9A41D5-62A0-EDD2-7DC8-12E56CE5E82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53142-39DE-358A-0C36-7F7F94EDBF2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E93664-BB9C-2F22-D6F1-37C2D3A0C2E1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20FE8F0-83A1-C256-7A91-2053EE2AD09E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8D7FDEA-F730-FF9B-CEC8-CF4AB1D5E736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08946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CC31-8A9F-C983-8392-89DBD8BB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08F21D-C224-1C5A-B479-38FE9B6FCB7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B5305-537D-1B50-2AD0-96639857FEFD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D0717-E66D-8CC5-F6E0-C0E203E7FC0F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73A86-AF7F-082F-2FD3-DA5C54B89F3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2B5185-4ACC-A052-7348-52ED27EF696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EE1DE-5860-9B8D-5783-379841DB2F46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F0BDB-3786-B0A0-4EA4-2A226EE1CDC6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3D23D1-8AAE-F120-BB20-8E76D9A75491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44C3E-607E-9266-4343-96466FD597C9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9C24F73-6211-E116-2418-784B745E8F9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5A9728-8BB1-0819-6747-9536FB24D5D7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B989647-4110-DE89-EE55-4F4BB52501F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7ABDE15-1BD9-9B99-5F45-275BC64D8EB7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C36EB2-17F3-33A3-F8EB-1E6B30DC633F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7C671-8414-D93B-A0D2-F07C1BB24B4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B3F026-B581-8470-4F7D-9ABE76BDEAAE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AFBCBA-9921-2113-BDAE-2453FCC0D664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C457-329D-C93F-252C-70E0E11BABD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EBBEE3-6E8F-54A7-D914-5FA05BFBFE58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6C947C-82C1-4688-A635-4C4898AE579F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EC6197-C36A-CB33-68E5-F7D70F06235F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D35CF1-FD79-D3BB-C4ED-DF77F367C9C6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B9AE45-DA59-6A25-ED8B-27DF81022D0E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1311D8B-F67C-CD19-EEA3-4732CD49DE5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83D3AF7-248A-DE0A-E656-83375591F21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77CA9AB-0415-ADC5-540B-BB11C10FF0D7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4875864" y="3131723"/>
            <a:ext cx="345360" cy="1354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56E7-C230-610B-12E8-0A1E28C0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F4DC06-EB6B-1157-92D8-B3AA9BA16E7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D0FBA-79F5-8395-BCF5-9AFF87D7EABF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9C267-37FE-26D0-6369-5EB3A90A901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CA049-F7AC-4949-2551-EC6F5ECD094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4C8960-ABFB-313F-EDDA-81A68FE4701C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A0A0BE-D70F-FEA0-7B08-47B6250FE29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46FAA-6D0B-9296-0641-896F368B5F8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10C34F-63C3-1A34-0971-DDDF2B0EC50A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915661-E404-A4F8-4426-3250DD67C40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DA421D1-6C4C-D9BA-5212-1B9308FD792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31BE4-FD4E-984B-D8F3-DE97142595F2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38339BE-5556-ACB4-3229-33E79D372374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91497" cy="20077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08BCDDC-5478-37D4-DFD7-6B0900DFC33E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A71110-E594-10CA-7E99-2C8D3C25C71F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DF670E-078E-77B0-0F93-B8A5961EC1D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B1ADB1-4BE8-0A46-A31C-749968750EE3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CAF598-0B61-85E1-7E13-135CE87A1B7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C960AD-435A-3EC6-DF46-BFD04F2CAB98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7D5876-4E9D-6463-CD8C-ED09D77126FD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E596BC-31D4-63BB-0A90-CB401ABFA2FD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936FBB-E0E8-9EA7-AED0-3C704E8926AA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DF3F0B-43D2-33A1-6907-CD0FA1E48D59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934586-70D2-0396-3290-D6B5D473C5F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4096944-5891-A04D-2A17-D001903931DC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1B84372-DB83-4BE9-DF65-551455656146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569FF86-05E5-FB8A-5D10-8A575D0373C1}"/>
              </a:ext>
            </a:extLst>
          </p:cNvPr>
          <p:cNvCxnSpPr>
            <a:cxnSpLocks/>
            <a:endCxn id="3" idx="3"/>
          </p:cNvCxnSpPr>
          <p:nvPr/>
        </p:nvCxnSpPr>
        <p:spPr>
          <a:xfrm flipH="1" flipV="1">
            <a:off x="4875864" y="3267168"/>
            <a:ext cx="419705" cy="5647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420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7B04-43D6-FDAF-A51D-D4B3CF28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DAF86B-37E4-5ED6-4450-0AF931C384B7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8CD8F2-6943-6B5E-E965-F3B491B0A487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BB154-459F-4971-C3F7-B0A0295C5BF7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D5850-88D4-343A-2F63-69625AA0844C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4CAFE-AC7A-E246-ACD5-0B73E93A04F8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42A72A-E032-6850-87A5-0ED1CC205F9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99F59-51FB-ADC9-15CA-48897CC652B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B289FF-7DF8-73CF-75CD-524207B08150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EBDCE5-E621-1D7E-83B8-5A0FEA74E3F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4BBDFC-14D7-EDFE-7164-FF629F5FC8C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7B08F-5001-0CAF-8085-2BEF4BD484C7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BB5DB05-D3C5-88D0-A57A-74BA0170496E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58B7A9-E24D-BF08-87CC-D4AB3C82E6E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A5D5D-6F7D-C00B-C721-FDBED2805E70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0FCD3F-218C-57EC-71CF-9EB4D97B249B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E8D243-9F9D-A4E4-EB1E-D7E7AAE87186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BF7967-DAEF-77F4-F822-38A9ECEEE25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16B7D6-79CA-4A88-04CF-F332DE1ADEC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1AA8EA-5C2E-91FE-FAB8-145EC524848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B00111-D4F3-CC4F-6FBE-3AB4031BCE4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819199-AFF0-E996-D3E8-628AB9C8C67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0D39F0-7400-F415-9E44-79D02323B8D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209BACF-1999-9A42-A670-6CC7AE3B6BB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2361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26794470-E031-6C74-9E09-FD3038131A7E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F780A4B-9BD7-CAD8-25CE-BF5D5D5BE76F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D9B0FDC-CB44-6E55-8114-16E9460D890E}"/>
              </a:ext>
            </a:extLst>
          </p:cNvPr>
          <p:cNvCxnSpPr>
            <a:cxnSpLocks/>
            <a:endCxn id="3" idx="3"/>
          </p:cNvCxnSpPr>
          <p:nvPr/>
        </p:nvCxnSpPr>
        <p:spPr>
          <a:xfrm flipH="1" flipV="1">
            <a:off x="4875864" y="3267168"/>
            <a:ext cx="345360" cy="277238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27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80E8-60BD-79C3-3420-BA45D9AE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5CCB87-7F3B-0A3C-EDB6-54662F570410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6766A-E3BC-82C6-0478-3A4529290326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4FC37-346E-54EA-931E-4762720203BF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B4E14-E5F2-0A28-5D30-16E0B5D6A1EB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719D8-DA95-7035-6AB8-44D06811E384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03EED5-CF71-FD6F-8034-1FF4FEB2106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9338EC-7D2A-D4F1-D27E-02130A2A8BF0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75D264-C0F2-1F60-C10D-9D2A44E214C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5C860-213B-E7BD-BCB9-768117877065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C0686A-5E50-7D8F-6387-1861BD5ADAC3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DD0AAD-0ABC-21A0-9C85-DE3D88A535FB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724BD82-6230-C451-2628-C72C446CE6B5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3AE69-5E76-FA12-03F6-FE3A63AD571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4479A9-A821-BF92-3EA6-80FD812BF6D9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B0080-C48B-69DC-CBF6-56AA12934E8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16B4C-6393-7270-A59B-78EE0A24CB6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DB329-CF7B-CC82-65D7-388F16286B6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8A3223-7394-6217-C530-CD57F5BED699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B8C54-360E-ACC5-11BA-BEE6D21773A1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5B0465-6B97-EC7F-9301-7F0BF6A59526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193384-CE40-7F57-59D6-9494247DB64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843E89-9A13-AB93-6D05-3A2A21F37F95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0A70577-217C-5A22-0D11-4FE865626B8E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749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BA0FA93B-1F0F-A14E-B1A2-362EC6E1D04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82C4E41-0617-03CD-DD09-7F00CCD87C6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9EE9A40-6806-3F7F-D208-83C4E8F48A54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4875864" y="2790908"/>
            <a:ext cx="345360" cy="47626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61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A40B-D7F5-AB5C-136E-15768CF4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CAC37D-73C2-E817-FA73-85EAA50147A1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ED695-7752-E09C-D2A4-4DBB79023F3F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4A3D3-5BDC-CBB7-38E1-88A96CA5B5E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2AD41E-EA51-261B-0C46-2E978D29049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A0C2D-DAE6-1A47-A476-BEB917118BB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56333-8993-938C-2F93-487EC121057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D079A-C9D8-21BC-3073-A0E8B8C3003C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4385AE-74C0-401D-9EAA-FDB9EBFA963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27A325-E370-503D-3C96-E6C7AFEB600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24A35C4-DCBE-49A8-4E2D-DC666E3C506B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43206-7C29-A992-2B37-1FA57ECF9CC4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3F188C5-D5A7-9152-46EE-0411FBA7765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DF8768-A147-2AE8-1344-126F70509242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5A3585-4D1F-CBAB-60EA-2A1E5F82EAA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FD27ED-BCE2-F782-DCA8-14453D0C4A56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78AA0D-B404-0AFD-8B6D-45093232492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7F0109-B26A-8DE3-5414-6C8C0ED3EE17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A3BA6E-CF05-AE73-AC48-9D434F6483D6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3E3CAE-2E03-0BC7-2755-9A21618C0B53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2BF8F-71B4-80BB-B0B3-B243C41E29C2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B61855-3780-29F9-3733-8832FB716CA6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F86834-8A8E-6177-5318-9BBA8846A88F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D428C22-9AE8-80E5-3943-B5F4C0D5318F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22D148DB-46B7-C5FF-B448-4B4038D471D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63CBAAA-50F5-4B23-E606-95B989E7B46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9D2995A-4DE8-9FBD-8056-842FA0433966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4869559" y="3131723"/>
            <a:ext cx="351665" cy="46035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230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0484-639E-271A-8096-F86333EE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711B35-4069-507D-B993-E883A011DEB2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3DF21-3B3E-7B59-24DE-ED957528445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54767-B68B-0DE3-F648-D0CEF3FDA52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B002E7-E924-5BBA-D769-461C67C9169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BAE34-04D8-746F-2A41-F4F1B4053664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32F2C-37DB-512B-F9BA-89E9111ED93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BF658-DC0D-8AC1-984A-542BFEE23223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042822-3756-0EDC-E573-03618FE655C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FCAD8-38E2-5A4D-D1E9-DACD6867EAB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6307850-341C-A2F4-407D-31A443620DF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014F7C-3499-6C84-8A7E-F145EDDFB3E5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4FAC650-4303-982F-2D1C-777835D29ED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C71972-FE02-20CA-2DF6-F9EAA062313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E59C4A-3629-DC10-5AAC-8C9AC357A68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4A35F-A226-B906-98ED-A18883A3478A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A06A50-7C59-858D-D6D2-79DF9068B17C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7698FD-637B-1D9C-81FE-9A5AD27BAF1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033844-80CD-BDD4-96F8-B25AE283968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36D2D4-51DB-A8E8-C31E-9AA882BF6942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EE1F09-5845-421E-AE3E-EFF9662E4F95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A807D4-FD78-4237-68B8-C3C7920DE3C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5EEAB9-1315-5892-FAFF-58591A7395F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5192233-FD12-81A1-1DA8-62CF24521557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7589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D1A2D8B7-56A8-987C-D923-3AE02A458B31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2384818-EB80-621B-C553-AA209710581F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F8C0B75-F0AA-76D8-2381-A18DCCB8B622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4869559" y="3291840"/>
            <a:ext cx="351665" cy="3002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473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F4E6-5442-B542-DBEA-5BE74032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9BE60E-D0F1-9B7A-FA65-2326268CAE8A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606EBA-B44F-CA5C-9A09-1ED2C7DA24B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6F328-09D7-4835-AD7A-EFBA9F79785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9B072-34BF-040E-6B37-8A5DC955735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88279C-C6B8-7A17-E502-6651DAE96AE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2EE7E-DF36-3D61-00D4-77A5BA39E3E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3BED1-8631-B798-7F66-FC54DD7FD642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C5E89-1646-AB37-9E9C-5A46420FFD40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05C7B9-82FC-F46F-5470-FF90491CA584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3891687-A9E9-BE78-7B1F-E7A7A32734A2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45C747-1EFF-8635-9DF7-81756B2CDA51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66E11A5-832E-331A-7351-FAE60A0DCA1A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652E52-0626-7629-2409-7675DDBC326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E8B38-A2DB-A17F-34E9-FD4E28020AE0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7E76B-F73E-B7C3-176C-A9D19C4ED72A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9E14A-4FF8-AECD-F85B-0BBA8273C47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C563A1-ACAE-6B14-AFCD-010F997EFC55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A13CE5-EBF9-17E9-8897-700733C7CCA4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D32B65-80A7-D28E-D067-CC3229365614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265E87-9B96-9A87-D7FB-E372865AC1CE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1EC08-845C-89AB-126E-ECEA4DDA7AF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BCF147-A61E-1732-EFA9-75320A9C4CF8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C21CDF5-4A57-1ED0-389E-5E4EF35C0738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634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0A8694C-8C6E-7B0F-2989-5770D40993F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71E1429-8D9E-B03E-75B9-EC1C964950D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E923A04-7EA0-58D2-0E63-7256E078B6D0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4869559" y="3592080"/>
            <a:ext cx="351665" cy="244747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704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04FAA-797A-AA1C-D1F0-B9F67F83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843BE9-FE5C-29F0-B816-B8F3DD556C9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E04D8-5653-43AD-574A-1EA08EA8BCB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3EA73-5CEA-9302-E65F-335029D9800D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269699-07F6-C12C-321B-7AA5DBB7B814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52282-F69A-4B11-27EF-3F7163EFD01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0C5CA-8B50-95B4-9ACE-F650AC499F9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F2FEC6-F341-C12E-5402-EB0B1440C14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4C7D7-F2DC-22F5-140F-6D26A1CC9F5E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3D0B36-B2E8-8126-D344-B78038D4BA26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4FDFE6-C91E-A5C7-0D2D-8B02A97C3AC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720CE1-4F6F-1950-D7F3-779C503D2C19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8B8948F-1D5C-A8D2-7A57-13D5AA98A8E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A17535-3888-BF09-84AE-AA2893A2346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9DDF7-A435-1DA1-9BAB-F4E17F98B9E7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3422C-E285-CAF6-17E9-51AFD2D9FCB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8ACB2-2F21-E7D1-3344-7DF7881939D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FFD679-A4BE-3B6C-771B-F0AFBE4D62A4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D52628-46D2-D840-7B3F-2983D25BB7DA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CA8C69-F984-7FF1-A81F-38D5009C884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9376F4-B664-5C71-8A28-FD6A131A6A3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52AF17-60A8-2770-29C8-34C09BE188E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5E53EB-9B70-B7F0-7651-5B3BBF78B4E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765B0D6-7D3C-17B2-D5AC-27ABA391A3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8291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2E1C5FCC-219C-30BC-4A36-547A29D37B03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5B3EB88-4AAD-F71C-60EC-B849C436539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2EB354A-4F3E-8E73-AF8F-776A6DE9C42F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4869559" y="2798859"/>
            <a:ext cx="351665" cy="79322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19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D5DC-3239-BE22-B739-FD102C3B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80DA6D-C05E-03A8-0586-B9EB820FC82D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C332A-19D6-A72A-FF97-D378B6C68C15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A77EE-16EA-A2E1-1623-57D027807F1E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9306B-C0AB-5ED7-1AB7-EECF48FC584E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5214C-4613-720E-8508-C52554059EAD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315DB-4BFF-33AE-8D0F-DA485D89DEB2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0BC1FA-78D3-72A0-8BDC-07FC5066256F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F33D1C-B3D9-2ED8-157B-1629B79D2C80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CDA030-0D79-F50D-CED5-C5EE6EACD45A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C99967D-CF6E-2FA0-7A2C-F599EE228702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33909-E09B-B57A-69AF-B43ED04204AA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8C8891C-6B0F-FD24-92C7-0655FBE46077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A1938E-094E-03CC-5A3A-92749E666CF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5B6096-BC22-5A27-23CF-376E8659E76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4CF24-F531-45EE-98B7-FBDB83B9BE5E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AC1C24-1354-8F50-93D6-07B8129B180D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0725C-DAFC-D14E-F58F-A0243A7EC919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BDD959-D144-46F6-B32B-568DC112B63C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772445-E396-3CF5-D458-4B7FE8125E0A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DEB781-4B37-1CAC-A162-9863E7F54CE7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5A9CF-B20B-6A3C-6C83-CED85C4DF349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F3A62D-2898-E679-DD2C-96880CD09C9A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DC2A5AC-D84E-33B1-9BFB-9297675FE5F8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D7147ABC-0B18-D642-1B1C-371CAA9C9B64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8CB35EB-165A-26E6-1AA0-D73AE9C781FD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F0B4E26-0A05-FD37-F43C-927810168A6C}"/>
              </a:ext>
            </a:extLst>
          </p:cNvPr>
          <p:cNvCxnSpPr>
            <a:cxnSpLocks/>
          </p:cNvCxnSpPr>
          <p:nvPr/>
        </p:nvCxnSpPr>
        <p:spPr>
          <a:xfrm flipH="1">
            <a:off x="4875864" y="3131723"/>
            <a:ext cx="345360" cy="7723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381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8D7E-B7A9-0281-1B0D-D680C607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8B7628-C0CA-E10B-B351-4923CE3EA61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BAF91-2F78-33E6-1A2D-E3D074A9EBCE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7FFFF-C3FC-2D2F-2F1D-88F69D97F30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F1F18-5DF1-8EB3-2A93-578FB583E1C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3A2EE4-2926-2313-7D93-F56249E55AC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65F9D9-C9EB-04D0-983B-2277A90159A4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05DA99-5AFD-295A-DF93-B9DFD11CF695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43134-3D95-CED2-5105-CBB3A4C810D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384574-86F8-7710-0455-D859EB05CB6A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C06E6A-74B0-B0BC-F641-8D6C5BDDEA9D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4224A3-21A6-A022-953A-DABBFFD0843B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800152B-A92B-7391-D0FE-7CBE6C4EBB97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323E51-7C85-0D38-7EBE-1F19948D146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1DAD3-15CB-519F-4706-D1BE0A672E8A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3C429-0586-910B-9A52-CAB70D8F4684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999DF8-DEF3-A723-2B79-191AB5D1CC3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2CFB1E-B329-2F1A-C800-A0F475FCF077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16EA71-3B5E-8FAD-BE44-2CBC76A1CD6E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C9C2C0-AB11-022E-9168-AC5CFAA55258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1E86CC-EC99-AC26-F162-1ED9C7FD135A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0912EC-C0E8-719A-A725-6A7BC2C9BAE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438CD3-FB74-3688-8DE9-BA5CA6DE19B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DAF8308-7F8B-1FA6-CD73-AB96C83395F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9975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0CE149EA-7EBF-BC77-65C5-B8859DBA35F6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03C8020-0734-6DF3-8AED-422EE003D1C2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68E50B1-D820-307C-CF68-E177665B16F7}"/>
              </a:ext>
            </a:extLst>
          </p:cNvPr>
          <p:cNvCxnSpPr>
            <a:cxnSpLocks/>
          </p:cNvCxnSpPr>
          <p:nvPr/>
        </p:nvCxnSpPr>
        <p:spPr>
          <a:xfrm flipH="1">
            <a:off x="4875864" y="3315694"/>
            <a:ext cx="345360" cy="58839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544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C6EE-CA34-0D33-9601-B81A6DD8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0CF2A0-E2CE-FBBC-941C-5EB030FF9D1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37A64-0DB4-DDA1-0561-CAAF1707DEF0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DF81A-2DE1-D42E-9A08-B2FC24EE211B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39F46-DF1C-B69B-C906-560B12167C7D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77EB2-FF1B-7560-CB29-200D2DFB10B3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E8913C-0CF3-9437-CD34-F7C62397CEC3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8C6763-6B27-9A5A-4FDB-0EA740D6EC6B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75FD11-2175-F6E2-A7A1-BEBDD02957C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2A32D-611A-F839-6E26-4A1D03494993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1C925F6-AFD3-E9B2-DD8E-9B6D9C95028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507B90-B5BD-D961-9035-CEE7E3A0D4A6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8246B3A-E54B-95B0-33C1-FFEE2F41BFE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FDA17A-683D-7C21-3C57-BC64C902C13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4640F-7B22-2822-4983-A9D9F4D826C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FC6F7-8D80-70B4-0059-572E316719C1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8D1982-E0FF-4487-56CF-FF5FD634C2C2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60E026-59A2-7B72-8836-C4D0F48D636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65293-5434-F54A-98BA-3EFF1F2BB470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AC66B4-CAA4-0E16-E7EA-717DCA44CA21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418D47-BC68-1979-0209-B16B5B4D349E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E7AF0E-1D94-E32E-BA65-037A1521AD9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052B36-EFBA-D258-CECA-C0389857FCA9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BE1D43F-C7AF-11E8-1947-435CD880FC0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3960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1A5788F-EB93-CADA-705A-B940FB050946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B8C7DCB-AED2-324E-CD82-F807612A078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4228B8A-D4FD-C535-33E5-1DE7D190DB1C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3904090"/>
            <a:ext cx="345360" cy="213546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9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F02E-E9BA-A43E-E0C0-2CE9FE6C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013F5F-C0D5-CF01-B119-5E897A62C66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E1F220-6FBF-70AB-65A9-B8F9C1C9B79D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A7C49-259A-8AB8-96B4-9B3383C36FBB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5C208-3CAD-681C-B33F-BAE20325EC8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1BB7C3-7712-5087-1EF6-90405C21738C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AB4A23-EA8A-4776-478B-AE2CC109F8F6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DDB637-517D-0D44-D25E-0AF37034E51E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22556-2F4B-2AF6-2BB4-C4C244F19FD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19827-4818-326C-3D2D-A60079544490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3DA4BAC-A3D3-E9BC-F827-6B45B67DCF1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8D695E-1569-12F0-248F-8C3F14EF2F7F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4EDD51E-CC09-092A-2026-2C009F565FF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C5CD6-F4E5-83F4-BC41-BC6912D1B4E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CE9E40-309A-4D95-11C0-9CA8C1178EE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91DCF-600E-7610-61F0-C125ECBFCC36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83E593-1C49-A423-CF11-3B9FB258734B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35F9A2-3577-7C77-53AD-A4CC5D37095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DBD06B-6009-69B7-090A-AEA62660A2E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697368-7A4F-FB70-9D9B-C8B7A8BF187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A953DF-93B2-FB76-5AAB-FD6AE88EAEE4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CFAD27-BA36-7B10-64F0-82748FA191A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B06392-ACF5-8B96-E368-64FE20CECB4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499B9B3-808F-EB5A-AA5C-D5723EA81F7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8620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1684B4A-4B8D-BE57-0BFF-6332CE991879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41ACE0E-160F-F004-9F0A-3E45849E6E1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51D4C3C-E211-83BF-DCB0-244538F2D67C}"/>
              </a:ext>
            </a:extLst>
          </p:cNvPr>
          <p:cNvCxnSpPr>
            <a:cxnSpLocks/>
          </p:cNvCxnSpPr>
          <p:nvPr/>
        </p:nvCxnSpPr>
        <p:spPr>
          <a:xfrm flipH="1">
            <a:off x="4875864" y="2802150"/>
            <a:ext cx="351664" cy="11019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755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EFB1-4A86-C173-DFD4-5202F9ED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AA1D3F-08BA-5E65-61DC-6E11A26432D8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88F16-450A-D296-7C32-7AE301A0CF8F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CBD9A-1896-418E-F59D-5F47522FF66B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0EB1A-BA74-B167-A112-B6D3BDD0FD0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F06A6-129E-A975-93D0-C73A757B8548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7FE98B-C2B0-DFA7-C55C-82B4B4A93CF9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D2D2C6-0FAD-F27C-FA51-50279F433B33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DC34DC-723A-3F73-DA0C-20AE4530991B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EB92BB-253C-BF95-962B-7F49BD92DB54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5757FF9-8A35-DE22-A823-3EE0FC2A606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693BE-05E9-5FE2-D899-4A6D2CC28D5C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B46493C-C7AC-2D5A-B1DD-F580AB09D3C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EA8B8-2310-1D21-0B46-1FC93E0477A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D14FD1-97DB-5985-E05A-4629C4E3B125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5FD036-BFC6-4E87-4B5E-DE2F147DD64A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5553B2-8C0B-CDD6-5D60-28D3A789109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3733EE-E6F3-3FBC-0CBD-F6C959B12CE0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59AAB7-9D16-8678-EB3B-CF436FFC9BDB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6566CE-84B9-9F04-0AC3-DFEEB9DEA595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D4AB9-0645-BD88-9407-218681B5138F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EC53CF-8FC7-BA65-6C43-D5E715223ED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FCE51E-5C75-A653-B6CD-F1063212CB87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C010A4E-9D3A-2ED5-EF63-7ABAA0C649F5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A81E3668-600B-503E-3F40-C316BEFF6C8B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D4742E6-713F-B338-9D89-87A8A071CDC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652B29A-34EE-9EE7-2796-49AF497EE4D9}"/>
              </a:ext>
            </a:extLst>
          </p:cNvPr>
          <p:cNvCxnSpPr>
            <a:cxnSpLocks/>
          </p:cNvCxnSpPr>
          <p:nvPr/>
        </p:nvCxnSpPr>
        <p:spPr>
          <a:xfrm flipH="1">
            <a:off x="4875864" y="3131723"/>
            <a:ext cx="345360" cy="113591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264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0EF8-8D98-4791-D0D1-8E0ED0CF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DEFE6-D29D-58D0-3C9B-E791E2D578F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2B45D-001C-9CD8-39F6-4532A857C7CF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74316-C8DB-E7DF-1D67-C5A3E17CED13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162FB-FB11-71C2-72FF-8CC841D774DD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D602B-05A4-74C4-BFA6-F5591AB6DC30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3F8C0-F10E-67A0-1BDD-DF338FF1954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ECB5E7-369B-CA9B-E6B6-B98B494BC59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F50151-E7A3-57C7-BD67-03702AB43A78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8FA456-5555-C2C9-44A7-1AF1C57C2A9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203A784-73B9-C78B-DC06-DDC78D2A708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E50DBA-31C0-8691-E05E-59D67BB7CE11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4EA3DC3-9FF4-A4EB-F8F1-82AA38CB825F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26E05B-2FCF-6BBD-1FBC-6243CFB63AB3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820B09-5B38-DFAA-F09D-D00F48AA4F8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71A26E-062B-7C4A-E872-AAF4885C6541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BECB7E-8E6B-DD0A-BDAB-0F952C23199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F10120-1315-6F21-B316-5697511072D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64C182-4297-B758-FE30-C1346A98753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A1F3C3-C798-3CF7-09A9-E816638F0008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3E2D46-F235-79A5-9B66-C1610C368A14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D199F0-6E58-A177-2AA2-41CF0105E7FA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11659C-B518-917C-64CE-7A911918A37A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5842942-6EAE-4313-E6E8-0C0D574D7F35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9180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31386D9-161D-BC1F-B84F-DE591C27DB04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5F0F5D2-941B-5C7A-A04A-EAACA0171701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8EAE79B-AFD8-BB83-DF41-AF2AB61A9645}"/>
              </a:ext>
            </a:extLst>
          </p:cNvPr>
          <p:cNvCxnSpPr>
            <a:cxnSpLocks/>
          </p:cNvCxnSpPr>
          <p:nvPr/>
        </p:nvCxnSpPr>
        <p:spPr>
          <a:xfrm flipH="1">
            <a:off x="4875864" y="3307743"/>
            <a:ext cx="345360" cy="95989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842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1492-ADF1-C2AF-9F09-ED4F3F2D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CAF876-3AAE-0E5D-7764-E4D9D480E68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F66B99-395B-7E43-2959-CC5272AE2E3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64859-4E4D-2A51-E63F-A94D8F5873F0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460F6-8232-4B82-7D0F-9A675AE2CC90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77773-ED26-063B-36A6-CC40D5F5AECC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B96A8C-D403-BDAB-2280-A68E82751B6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5CEFA-03B5-E17F-AE19-FE9261BCCD85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BA00F4-FB14-12E5-11A6-E4F29DE9324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87E42-02F3-2789-FFC8-F41285169CCF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4B3730-9A66-F1B6-7DF9-87C6BB36E0CE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0DAB5-D80D-0E94-8B90-F16710F05F61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9070EBB-0C5E-0EFC-E4F8-C75187E116E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D5E9E7-0E35-FC06-21FB-8DB0EE53F81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69E23-A0C7-C9DA-9F43-404DDF572691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FC1D7F-063A-3DC5-7DAE-1F8B800CB8C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DD082B-E89C-647D-3904-EBDE175760B4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7B8EA9-644A-15F2-A39A-46E89AA13578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8527E1-E3EC-0EE8-88B7-3F169F21304E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FCB51E-F6AD-1582-E62A-4EBB9A6EDB6B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CE224F-2C29-9EA7-81C1-4EDCD5A418A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8C6976-F192-B5F5-3930-A5D5127F3C69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605391-6F55-6530-103F-7DFDB3B6F1D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84A6214-625C-5F91-E064-CD978E483EBC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3958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DE76827-80E0-1840-32F1-F47B93697EC6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4458CE5-21E3-46F1-43CD-2AA43B31E47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E1A4A90-6FF4-2738-E22E-01D0E329132A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4267639"/>
            <a:ext cx="345360" cy="168788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997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6ABD-1363-9055-1772-CD88EBE2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5B2254-AAFB-D472-3381-02C2D7E5F4F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90B28-AF72-E085-DDCE-BECE01699213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0BA7E-7885-933C-7B62-383534C8ADE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9E84CE-B6F0-7004-7414-DA8E8D41F4D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D3926-69CA-F52E-1522-8330AA6B632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B48312-B091-BDD7-1CF2-F615B890A3B0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7C029-F2E5-9F78-408A-9F31F7FFF1F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352B0-3FA1-E20A-8465-EEC0A92AA205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658349-2296-D8F7-0C98-C81397A8E90C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4FD38E-410F-95D8-BBBE-83863EAB501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59FB69-81DD-324C-59F5-581B88722845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F759845-1532-BF24-9E1A-F9DB471A6D0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079B4-B2AC-B107-9B2A-F939272A619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116562-C69E-FB80-C542-753836654118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298CC9-837E-5D8A-1135-3848269DD4A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9DE29-2DFC-077B-8C16-9745B403ED0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87B5A2-154A-53BD-3671-943A5D2E8305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2AA3AA-E903-A137-5E01-1A4B078BA9E6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D14F17-C07D-C415-8579-B0988AA5D066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A50BE0-FB12-FC52-8ADC-17E3F916185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4B20BF-2E85-FDD3-AAD1-DF2FDDF1F7B1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6506BC-0463-72C5-CE5E-8083C7EA72E1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E7E74B7-5690-59D3-293A-37AC1D4DC45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47345" cy="148537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16BF2B32-0262-3ADD-0A0E-4FC9335E897E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C58D7E5-4B8E-F57C-94F4-E153ECCA78C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8E304D63-3574-8F3A-DAFB-D417DCBAF905}"/>
              </a:ext>
            </a:extLst>
          </p:cNvPr>
          <p:cNvCxnSpPr>
            <a:cxnSpLocks/>
          </p:cNvCxnSpPr>
          <p:nvPr/>
        </p:nvCxnSpPr>
        <p:spPr>
          <a:xfrm flipH="1">
            <a:off x="4875864" y="2801314"/>
            <a:ext cx="364704" cy="146632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456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1EFF-83C1-F905-283F-D17BA97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86804E-2F3D-DA13-DF63-FF3A71424B10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2017F-6475-8CAF-DED7-A099AE59BFD4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600EA-9867-1892-B4B4-3E851F16C35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93CB1-4921-389C-84F1-AFB16D95738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4A03D4-75FC-5FB7-9913-D489773F8B1D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AA455-5E5D-A411-4C11-4EAEA5654903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629A2-0874-DDBF-03E0-2BFD68E241E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DD75CB-28FC-9710-D87D-B786251DFB01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9D6129-FC35-BD32-E524-15CB65325EEA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32B4DEA-E2BD-ECE7-2C69-66462985F2F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165DD-060A-F8EB-CC73-B0D71D37D748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9955AC0-C9FC-575E-21A2-60CC9BE9A1A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DC2EE-D4CA-D4AC-72E0-8948D0072C35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D79C6-EBCA-A6E5-4E57-CE1FBA1AB06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59163-6A9A-5212-F0AE-6FF9233BAB8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DE346-0EEB-B1AE-EBFB-192797D2F1F7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71352D-B00A-E341-F3D5-D09FFFB0E4C5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2D5FD-FFB5-C551-6FDA-08712CC100A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E4CB08-F400-D9C6-8C62-E18B778BF483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39D179-87D5-E4A0-D0DF-8BD91495EAC6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E83FC4-82BB-1B58-B652-EA8363897897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102A5A-A79D-C5C9-B974-4417B7C8B7D8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5EF3EE1-C772-9B41-327B-4F78BA58D61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36496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B118A7B2-97B3-53C1-90D5-940D61236358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B9AF852-18AC-C473-8426-D3B980251A63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84C6E09D-86CB-4DD9-70E8-F1769A40A2D2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865015" y="3131723"/>
            <a:ext cx="375553" cy="146611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047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2C06-2994-91CF-3D86-D44F5ED89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6EAB69-9D79-B713-AAEC-BC7882EA78A0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2A208D-6F41-5749-83DE-3BB4AF0913DD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75C47-5EB1-580F-91F2-073E00471E33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0BEFB9-AB9B-C0A9-8F5F-4B2C1BFDD6A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5F8F92-E9BA-242D-94C8-8BF28F70723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C124A2-AFD1-59AB-30A9-69FB6C2ED398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79A8C-E39B-51F2-6449-A0066F7F430C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DE587-346D-EA5C-7824-E03680F293DC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94DE54-E3CB-9EE3-23BF-68069ECF558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7F1917E-D6E7-52B4-EC5A-80146A614EB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67234F-46DD-3A90-A0FB-BD62748D6FEA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950B80D-FC30-EF10-27DD-8A2F057F2DB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281735-0CEF-2F9E-B3C5-D468F4A6B992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5697E-A168-B67A-7268-F0DECB4908B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6FB82-5AF3-6B18-442E-FA24F7A96D7A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8B77D8-289A-9124-F51E-D0E52B240064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423E3F-C350-4B08-43C2-85A21823B0C4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98B2B2-4C05-FA6A-E7C7-466D5A0E0C08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846482-FA71-5A0F-0983-AA9413884AA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90A43-7E50-AD13-D235-7C5D9210E60D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CA4E3D-16BC-5A9B-2095-8D74D66EC715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47010-407C-3992-63E4-4986F4A8FC2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AC5E37E-1717-DABA-DC82-86F1741A8C2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36496" cy="201565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1429DDE0-13B2-E5CA-E220-589C7AD86D8A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59D17FA-AE3F-6F7A-9154-61D85E8463C8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E69D998-E50B-C275-DBDF-01203464EC0C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865015" y="3331597"/>
            <a:ext cx="356209" cy="12662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16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DBB5-48BA-0D21-1941-8DE48ECE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B2C7B2-9519-4BCA-1168-3D277A0FF6E1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9AEB9A-71F3-D6CD-7F89-E4B519BA080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95B4C-547E-1C21-FF86-D7E879C82C24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E92F5A-228E-EB82-0677-14C60434C89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A64AD-87F2-6756-86F2-E7F57ED575A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0FAA4E-CDE9-7BAE-DC05-51309AE02B86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34AC-1073-8B75-C483-7488707C734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E9E76-81C4-E957-3899-FF4139A6D70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2BB3E8-6124-98D1-5D28-27EC9DCF95DC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99CE445-74A6-ACE3-79EB-9345A5D62F8A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E21D70-6FD3-69EC-6286-C1D830FEAA7F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E585D2A-FFEE-D694-BCFA-7E0D6D17681A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B1316-5F27-A885-5CC0-58044C10813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C2B27-1668-F953-04B3-66F654FBAA0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E3B8A1-14F9-1CBB-9AE5-614E1EB378C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3F8BE3-B93B-1954-463C-E1146C3DE96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46B67-D379-E87C-0209-5A6F22BC88B5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1F526E-15BB-4151-9B9C-D4C595725ED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235298-B9FE-AA2D-4E61-4C75BD34E9E3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4D0C13-A69B-723C-454B-CD5577F003B9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DA32F7-F1D2-2D88-5FF1-FCE44FF5AE5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C681F8-90E5-EC9E-A0B4-999418444DD7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72A7879-F686-0D8A-E8F9-6DBC26147595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2164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9AF8C145-6A87-92DC-9498-4BFEA60BCCE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6A4CEA0-0B67-256E-A2B8-EC480CB8FA2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3569AF5-FEAA-8280-8A50-0B3A217BE09F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865015" y="4597842"/>
            <a:ext cx="356209" cy="143974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376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6D33-2903-CDDB-C7E7-2672FDC54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D1424-253D-C360-1578-EEF5AB290218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88BFB-4A01-6754-C6B1-E57777B2D03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623C69-BC66-1D68-E75A-1DC5238ACBA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3710B-8DB6-DFB3-B2CD-4141A194C1A9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CAF51-D940-770A-9C82-99E9F3C72764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3306A2-A751-E642-CA52-561624EF2EB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0AA8A6-1579-3A62-E689-F1944EEC4BA7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D02E8-F65A-A87B-A9F0-9216D999420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E05576-BBCE-BBFE-F59E-529FD32DD12F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393B46B-C249-0C53-DD1B-D66037B52D6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344D39-5523-E8EA-65E0-3B64032FA2B5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8E21308-509D-6FAE-34B5-64CB0693BD5A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F5B332-01EF-4617-F0B2-CD4671DE8C8C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886BF-E1A1-7574-40AA-066D3445DD5F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88A9F4-DF62-092A-A891-F920CE12D209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30F326-3978-17A2-A6BC-96C9A636F7D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D9203D-FBCC-23E7-AB22-890C2DEC3D0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C5BBF4-CC3F-0414-5C77-BF79BA7A320B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FC4A9C-7274-AADC-6A78-5E6D00336AC6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6F91AD-043B-56C0-EDF1-A3AEA7108F60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E12A57-3CEE-B504-59E6-52A76DEDDA8F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6930CD-A79C-DDC9-E609-B3946B7A5C7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E4E4838-5C46-7BC6-2801-8D7F52E15B98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8291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BB1C235-4DC5-C6F8-C233-F5F6FBA4449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766A7AA-3F5B-C80F-7802-CD75D941DC9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24FC61A-E2BF-E57D-0DCD-D963DC6ABA11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865015" y="2743044"/>
            <a:ext cx="356209" cy="185479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142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DF2C-43E9-84BB-8F3F-AF625174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03EC7B-5B6C-9925-DA59-9DBB590CACAD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B879E-60F1-BF03-8B72-6169C317491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25AA9A-0530-EF49-C14F-A017409FD19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E8A5C-7ACA-8A2E-E697-F328D3255F6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41B699-8C3F-E483-261D-F5F585DAA538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1A88E-38EE-BE60-3181-E6B0D2AAC93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967C6-61B9-7BAD-F35B-BF92B04B9EB7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10BBC4-CBFF-F9CC-DA4C-C050B0FE788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6A72C0-DCCD-C9F8-B1A1-C549D2C399D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F7A148E-5305-0381-F020-557FC3703C0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DBE7E7-2E6F-B1CF-26DE-71D81389CD7C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E4371E3-2603-760D-D2A2-9EEEE2BA856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5D4D82-6A65-E390-AB32-E48E04020A5B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473DD-CF19-C244-8FE6-A8C35D599E86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BB08A-50DD-6DA8-4BAF-83BE76A2CE81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02AD9E-E402-5C21-9E72-D55DB92CA9C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5DA5EE-C847-9C1F-BB80-E26943950AD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6A50A6-2AB7-756D-72A9-4E330228B428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9ED344-1880-1BEF-E649-FA2E4C42172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6B21D6-3EBE-23C7-774C-07F72F83693A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01DB82-A548-8261-B630-F4610C8F293F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62A2C4-F2D7-7018-8449-20C794C3440A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448A2BF-6C80-FD30-8E5D-EB87C633EB2C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44E21D5D-1718-A070-65D0-FC4886CEEB56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D4A2A8A-EBC0-B8AC-0050-3D73262CB20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CDFE514-9DAD-362C-9ADD-5ADDE9775F38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871320" y="3131723"/>
            <a:ext cx="349904" cy="180514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09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038D-FD7C-8FBD-466F-E1A8AF62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48B69A-4D2C-7C6B-6927-54C71FF0970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62007-FBA5-386F-D6FA-7CD26E6627B2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8BACB-84AA-8C3A-D6AB-3070C06A23CC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0BBBAA-5223-571A-04B9-DC4989DF6B94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EF491-E6A7-AC94-A9B8-932E00744941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CF1871-8904-C1A0-CA3B-68571091E97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66E5E-B0F1-CBCB-1632-AD5B442D8140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A5988-6031-033D-F9DC-E16133772FFB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C61D3C-4E07-7C10-C946-1DC03C8027C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6C04988-5B9F-9553-FA6D-C1F8020FDEAD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87EF52-C0BD-180C-D912-DAC9282402AB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8FC4567-1E5A-7DF7-6493-BDF65A45BE03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399848-04D0-B11B-267D-2244F3F8178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BD2B48-AFCC-A350-920C-BD80ACDFE781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63DE2-7A81-D52F-CF3D-4DDC1D923F0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5D96AC-4DD8-7358-9C20-214BDD950E0F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63C9D9-7F47-4255-A365-68AC2FC73324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71C00-B21E-0AD2-BD08-5B6E0EAA7EDC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64743-036B-FEDD-CA3F-EFF38200C075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704052-53DB-2E63-2BB2-645C8795694C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5DB5AC-ED17-F64C-AFEF-BA3F1EF9668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E9F568-2F2B-7404-7CE2-D48B991BDD25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573BD3E-CC5D-8BA4-3ECF-F9756AFAE037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20077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9678C6C5-43F4-D5A5-B19D-210DE7D8921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8190968-CA0E-99AD-CA33-54A719F4E57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3484B09-B9D4-1D6B-CC61-2DA9A54B1D5F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871320" y="3323645"/>
            <a:ext cx="349904" cy="161321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594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2C94-615D-8785-76D7-D3AD8EA0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05944D-B162-7ABD-8209-692032185B72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761EF-3E5D-1F24-7853-09E7B5F940A3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5296A-6D19-0025-E499-7E227D974150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DC6C3B-67D7-25E5-074B-DC82112C9DF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678438-3D26-72E6-C340-BE9E9D2F46D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8F0FAB-EF85-C376-A299-4D7C94FB3EE8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1F99F-A487-337F-E042-0C733393C08B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95E1D-9DC3-3812-7DCF-9944E830F0A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D09E12-7354-CFCB-F91A-61C0A9222329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4043A7-59E5-8602-2A0D-D694A749EC23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58AAB-CA3B-7EF5-1CF1-59941057261E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F42FC7E-92FC-2F32-FB67-09D3426B2BB3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C6164-E163-4C34-B327-8FEE9B59497B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913585-6DF1-3AB7-7930-F8A8F054B1F1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09F70B-CC42-9529-CCEB-29B084EE83C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3BAAAC-FA31-3EE3-45A7-66EDB970702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25D72E-9E6A-6A8A-2AED-9F5EA7FC46A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26F642-A8CD-A450-5637-A4421DDC6C6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78ED25-83E9-D570-B663-8AD020E8ECDD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201040-0581-7FE2-A373-2ED0B630D86F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490C8F-4D06-B8DE-5979-6D1D5C7A5AB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0C62E-1524-7285-20E3-13237605C0C5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4EF6B16-114E-6CBE-2B4D-85FC752531B2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2164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A690787A-BC1C-94B6-7FCD-3F47F1FF849C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6235FC9-5995-5A6B-6BEA-6A740221442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AE178A5-D1E9-834C-5E2E-50CE2BF2E7A4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4871320" y="4936864"/>
            <a:ext cx="349904" cy="110072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305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E263-0FCF-8BBE-A56B-5BCFE850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1FCAB1-FEE4-DA06-CBB6-985A2D1C0640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E9216-D51D-3240-7C1F-0763C8D1D0A7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3AF2F-9F79-40B9-5CF4-016AA91FAC7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A58510-E6BD-CC96-E8F5-8A821D4135D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98EA2E-39CF-AAED-300A-DA913BD67F03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DD8AC-FEA0-A51C-9E03-4EF0B88D6B0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0E203B-764F-67CE-D7F2-0B49DB045E85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B802D-ED31-9FBE-28B9-7234B9F2D00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BE56-E8C2-700B-755B-31C5B54C6785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FE30B5-D8C4-68B0-5FF5-6AABFFA98A7E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CE2F71-105E-3908-0893-6A37E2173EF7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1B025EA-B1E4-C305-C7F1-6ACCD6F0954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A5126-B7FB-7CBF-CB1F-4A8EC048707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969E41-6B45-A4FF-AAA9-F072CD5BD5FE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4F8E9-CBFF-04D7-0D42-50FB58704AB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267D53-44AD-2950-18A9-1F309FE87F87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14E41-5DEA-5DEC-946D-DC7CFE8AB0B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8738D1-A824-AF8F-4EB4-17CC2B7133A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BB9AE9-24C4-57A4-6BA0-A5429BD68A07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BBB01B-F13D-57B8-6B31-F112FDF9109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37C296-D2CB-3A0C-C53B-0ABD5D98D041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0F79D9-CF81-CA32-7664-64B1CEFEF5CF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06D56E9-283E-FE1F-110F-79C77C167059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749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35AFA1F-1C9A-1F0E-E179-62E2FE741DE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F818E60-7B5B-9D58-AB8D-F944424E2DAF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26E56D3-E8C4-82A0-57CE-3ECE74EDF462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871320" y="2790908"/>
            <a:ext cx="349904" cy="214595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214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6195-E0D7-DCC8-1C9A-9864A93A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3F63D9-87BC-ACE3-C70F-77F174B04EF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6FEB2-C0AA-B1A1-162D-81C4DC3905F6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6C7DE5-DC62-4E8C-EE12-5920F5954364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B7D10-8F51-5F53-9C8C-9F5484AA17DD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BBC1F-F60D-C795-C543-D88CEF966C7B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E948A9-B648-3694-6017-CEB61A289AD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2E7E7-3421-69B8-FA98-3FE0EEEB6F8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FA72F-08C6-FB4E-107A-41C9583A2AA2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DA93B-4B1E-FCE8-8686-26343865C08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60F5918-5C1D-3E8A-64EA-5FE5428FECD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EC7CE-6EED-45FC-F310-9084EBBD8F92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1F700A5-2A0B-1CCB-FE21-E2FBC0429DD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7CC3E-103A-3CA3-7F6A-CD3ADAE5205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CC0AE0-4A0A-EB29-61DB-A1D3BC57FB0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D6950-6DD2-FAB6-F692-2EFF4FA80D2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862EC1-D749-DD27-DA6F-3ACB0C196AF7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AA327B-0F8D-2D4F-FCE8-F8AEBD6E60C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2FF2B-ACE8-CCA3-2501-092D12D8FA54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53C747-7C6C-6D3C-1121-D9B5155D48EE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E7D95-8E94-FE53-8BAD-9CD6F6A678A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DEF2EA-B0F5-85C0-9FCE-1E2C142A4CAC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B6BB30-EDE4-7D1F-9B89-F72628A5583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9D11BCE-5533-C495-72DF-8151E83955D9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8D4F35C-AF6E-DAE9-0E07-7BFE1A71CAF2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21384BB-4F48-6AC3-B777-053770C2F686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EAFA99E-E850-E530-B1D9-0349AE8433BF}"/>
              </a:ext>
            </a:extLst>
          </p:cNvPr>
          <p:cNvCxnSpPr>
            <a:cxnSpLocks/>
          </p:cNvCxnSpPr>
          <p:nvPr/>
        </p:nvCxnSpPr>
        <p:spPr>
          <a:xfrm flipH="1">
            <a:off x="4875864" y="3131723"/>
            <a:ext cx="345360" cy="21320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447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CD24-9CD0-FDCE-9AEC-06569F49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5DACA-F5EF-C27C-3EB7-698E3C409388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FF75-65B8-A8F9-64C1-EE3A36E16E51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EE7E83-9C3A-FFA0-3B2A-3E14B401E39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A45926-0660-267C-BC78-F82BBC240007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1038D-6981-9447-4397-3CA743D0466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09CF85-B0B7-502F-8657-24B73F672F78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20D2F-3E90-7C87-D362-57A96B522AC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6BD60-A080-AE0F-2977-F23FF224470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0CDA1C-D697-9753-D931-8A9140961196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BC2A64-4CF1-5CF1-3EF3-27DA856023B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E3FEC2-AE65-D365-C09A-2CD2130B064F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EAEFFE4-9427-AA4F-6C13-7C0231E2300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C3F35-8DA6-2A20-2DAD-E73B45B9B28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18467-8AE3-B7EE-8758-DF85D9828EA3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AF5095-4D40-937F-19B0-3B3B0A08D89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AEDC1B-74AD-957E-CCD1-B05F0DBF99A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AA3F99-5440-E5B0-D4AF-34995BCE666E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76F808-5AA1-3546-3B92-0AE32C90F0E9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4F6850-FF46-7C44-AA13-7CA8070E3171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83D0E1-1C5A-900B-A811-E44973CC8AD5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695081-6585-A70A-3CF2-1860548ABB7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608710-1F09-5366-3147-58E0A91F23AE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FA12AFF-C798-EA4A-51DA-7BB41D1E926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6794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0D193DD2-6DE2-F76F-A421-42BF44F9E85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B3744D7-D02D-9D1C-49DF-86E34EB25F63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37DEAD9-FE4A-CCCA-67E9-E76E7EFA1A9D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4865015" y="3283889"/>
            <a:ext cx="356209" cy="197788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341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8EFF-D804-E949-440A-1E6ABC23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10E894-2103-68E1-01A3-0F36D880C84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ECCF2-5310-CD60-619B-EDB24B9987A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414F8-A4BB-FF03-1E88-63CBEBD7E09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38B96F-D1B0-9DE0-9015-03923FFF8082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FE8B5-B07A-39B8-4ABA-8BE227E64FEC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1C616B-0A8A-ED2F-FF6C-1E17DE24CB4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343DDA-1D43-D4FD-A8E1-2F1F8E57B9FA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AF93D3-FD8C-CFFC-1044-859C449A948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753B7-AB4D-16F7-1F03-01E439F5EC3F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85EAF3A-9B42-BE58-F885-8A29F922C7BA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D42F86-B10C-755D-0421-339F0EBF1C9D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26C4FA8-AB5D-BFD7-4EA4-0D81E82D263E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F2CFF4-3452-51FB-9B90-15F86707A8FF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41FD5-BBEA-EF1A-595A-87C81C7BD093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1A8B1-9D3C-65AE-A99D-27869999129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876B16-513E-00E2-A761-77DFFF7AA233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E4E19A-BA60-5560-EF68-270163737F2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F3F03-7ED7-0633-6F8A-CADDF22A65C6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6FAC58-FC84-645F-6C8B-29035D9E456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A4FED0-E8FD-E033-DEB7-FD804627A4E4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6369DB-F9CD-D121-3633-2F0B441A52D2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2C713A-D150-4402-32A2-817256B60FE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F6A1819-F826-9666-8C64-32C40919028F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6344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29FDAA7E-FF55-08D0-0207-794A3C4A2DA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7AE3CCE-9779-BBA5-80D1-211A50B0F43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E7F5E22-4393-B43A-5B08-80666EDF3919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4865015" y="5261776"/>
            <a:ext cx="356209" cy="71760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284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DAA9-3156-4807-5C47-D4EF3CFA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F4003-F7B3-B4E6-23C4-7093177835A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25D23E-186E-8387-C316-8DDD66920CBC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1E3A0-7634-3741-7442-83D3417D29F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5B254-6260-529C-3226-B52491DF8FA0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C2916-8C53-01A2-CD61-374A3C67E3FF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35CB0-53ED-B709-27A3-20FCAEA4669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CA327-C42A-7EB1-5C22-D5D5358858C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5FC3C0-B603-B9FD-9ADC-C2CAA5298D46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B3933-5B14-B829-6A80-0CE7CE345EC7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2C7B1E5-A832-335B-FE86-40D089A2017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338BF6-4543-E6AE-6BF1-9F3F6CDC2313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D52970-1B61-8B03-9E05-8CF76C52A9D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038CB5-C6BD-1AB9-16B1-6B9C19DACE0A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AC79F-E43C-ECFB-BED0-EA82B739CEA9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36447-933F-F01C-B505-2AC90BCE751D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88EC7C-0CCA-FA31-1257-8E559D4A364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3FAE5-7150-1A47-B419-E5DF9620FC38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CEC673-21D1-8F69-0549-E1C9A9E5020E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6D367E-D897-DF7E-5552-BDE7B94BA8B5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655EDD-D8E7-03DD-C257-B12CF317642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DF5ED9-FDFB-C09A-2E1F-5ACB9C6816A6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3A91BB-6E04-BFE1-88D9-26178D1BFAE7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7B1CE80-9DDD-4062-3C5F-B09CB13B3B2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749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403F5E7E-C6BE-6D21-0068-038E36370F92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F512CCE-E8C1-2A2D-072C-66374C7C962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576A006-D9EA-8317-4D4E-0916CF577343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4865015" y="2790908"/>
            <a:ext cx="356209" cy="247086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5194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987C-287B-FA5E-7B9C-15EB9CCD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0AA59A-618A-4E1D-6D97-952E1526C82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188DC-A161-5A05-3BD9-AF1F4FB7BC3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06147-BF9C-A952-DC2A-B00214E0A15E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E49B4B-3A7C-20B9-0EDB-F921F136CDC2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B4D071-23EB-DF09-30DB-D926F378E09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1247A-31E0-6130-6ADF-B5CF56FCFAE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343FC-15CD-1F0D-B0EC-C9801A5FB6FA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6442-17B1-3D7E-9B1C-8824FADE0E1E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E29C5-524F-2D89-05DB-11102816507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8639A61-6930-AB35-F0B5-72C5D225DAA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4DE6A6-5B22-1542-E925-91641572BCF8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A8F2AAD-C555-4EFA-6347-5342435DE957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B51E9-194D-07F4-4837-139CB3108F70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662B61-5E87-D706-9E74-CF2066CF9AE5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D8E3B5-C94C-E96E-9193-5E226041854D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EC2C17-295D-AC02-BBAE-58C6B5B2DC1C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4C37E3-05D0-BF5E-6538-F45D7E933909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80B355-A540-6268-39D5-2CDE98731A62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C1377-1625-1F79-CA52-F7F5D073561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00B020-7281-ACAA-6121-71F7214D061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B4BCAE-8C78-23E1-875E-A25890468C42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FB63FC-83BE-5FDF-D0BB-7396756F576F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3C4D4BB-F5EF-245D-D45E-8ADF0EC37A02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8157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7CA0F157-2512-1303-3E2D-4A95D1A9142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BE9CB59-1ECA-D1E8-7214-17B488F5B8B2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1CDC5DB-1210-02B9-EFFB-978BE796E347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4865015" y="3131723"/>
            <a:ext cx="356209" cy="245496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87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2526-75A3-C03A-2C03-C8C47EB0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FC9CE6-DA40-1B1B-D95C-6F56050509B1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7365B-579B-489A-A7CF-5897608844A4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5C4755-8E99-90A1-A737-2B31D044AC23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EF6141-86AE-10BC-D908-D846B9EE4E5B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A874-B898-117E-7887-D3922401E59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A6548-E6CB-CB98-A4FE-F86CD1F9CAA3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E20197-8D85-12E3-7421-CDAD3E7A8025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3C92A-3E47-B9BD-1E5F-21254750B7A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034FF-7342-F9E3-3D76-6FD6C21A2019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CE631AA-B54F-0157-CB0F-5BC4277F5B31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24C6D7-0FFC-208D-3066-5AA5F5A894EF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FD34E2A-3AEA-4535-B4B3-160B210EF232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353193-0DBD-64A1-F4E7-10EEB8BBD9CF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973F85-6F19-9B09-87F5-89E804D4AAD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002EC1-25BF-E0A1-7107-0824F3C5B44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D4B78E-88F9-0E1C-5838-B17468E8F709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49441F-0E47-2B47-B025-7A0B5A74B7E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2590D4-A184-137F-D3D1-B0D9C09DB94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BDB3F9-6E92-41E2-B924-3379B7DD9A54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FA4BAC-C316-37AA-4729-0C9A601B5342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39269-2E70-DABA-0DC3-6BB305D76E22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B12FF2-8D41-DE28-1A08-693168AE78D6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28C45BC-E63C-65AA-A6F9-90CC2C68957E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9180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75296FC9-273C-A239-AA3F-0FB007EDFF0A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12595C7-64AB-FA1B-92C5-2D0108CA3651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6413501-9D1D-BD32-17D0-FE276835DA23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4865015" y="3307743"/>
            <a:ext cx="356209" cy="22789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20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864A-07AC-43A5-F169-6BB2BD9D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BF32E-85C5-C409-6D96-02F10167BFB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8FE6B-8E81-9403-A2EB-9860C623C392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10B15-6707-8138-6B01-16303B3E9DF7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8A2EA-A8EA-CF6C-C186-F41A863A7561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BD1D9-26F3-0BF0-5B64-E9D03E589BF0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D04D3-546B-91F2-F4F2-276C18984F6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31777-98A3-4146-DA68-9C18CEECB89B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AD97EA-865F-F5A2-FDE5-E17189216639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32D7F0-F378-03A3-9AEE-288D69E95B21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06BA806-2E58-9E1E-34C7-095D1853C135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5695E-A961-F3C9-F11A-9A9FE9BE1DD7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8A6A00B-8DE0-3247-E2B8-78B777673915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D8167F-3CAB-2864-CED0-62FC677DB3C6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17942-F30F-4896-9F0F-97970607251A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37BB9-E356-4C49-19E9-47C1CAC38E6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F55C6-2B43-C5A9-4431-0C82FAD0F96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AC0063-3112-6907-FE3D-23C745F2AB4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6E6187-2A92-AB7A-082F-9F0222A07C29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2D442-58C7-1059-9F6F-13CA386E7037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05A697-0E9B-D1B6-EBA8-9905319A8C89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A6D93E-9649-C11C-ED7D-F1784AA6261E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056925-BD92-158E-EF59-BD977E3F804E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AD30392-C59E-493F-D47C-33492602072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4753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F44BC9A-853E-EBD1-DDEF-AF1C3E0901D4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97993A9-256B-48DB-F0D9-E20BEC22749C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F78251E-41A7-75C4-B870-A1616ECEBDA8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4865015" y="5586688"/>
            <a:ext cx="356209" cy="3767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188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D082-B9A2-8F63-0099-A52094A7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87D2E2-A06F-C60B-4973-8237E2005991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DF911-28AD-DC84-54B5-D17DECC85ACC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BA77B-800B-69DB-5208-89B26573279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105CA-20EC-ED28-1E4E-FDC32D4DF27D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71346-5982-705F-8A3C-5787A75A203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3B6AF5-B419-FE7D-F5D0-009F7F51F21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AE81B4-44AA-B89A-5482-227350A4109B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4855C-8665-2668-58E7-D24DD9B0B534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245C6A-E100-EFCB-9D37-5348C5AD861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3F3D5A-422E-5E9E-4EC1-F5406F17306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5C3EE3-05B5-9FE7-D4C6-75804226082F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20D3D72-5C07-0BF1-E30A-F7515D14034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‘FACTURE-003’.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535D9-995E-8542-4854-7EFC5243B560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172B97-B94E-CE94-A5DA-DD00C7B583E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824F08-8536-D0A0-2C65-9D752CF3703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171B52-B62E-11CC-F6CC-5E0A0DB66AC2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8AA921-6B23-91BC-4F67-AAA850FEBB84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F76B02-CDB4-3509-937B-A7D8C6E7CBAA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C591A-61C5-91C2-DC27-8F08A76BC487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89EFD7-B168-5856-614E-ED6AF593518E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B4F1F5-DA84-076D-04E4-94524C11F011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BCED57-4D42-22CA-576C-0A14DB647164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6907995-E7CF-ADBC-E7C4-F2F269BFC16D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4749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8501846F-180A-B706-B2A5-3BC824A2CEE2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FCB8EFD-BEF3-261A-AF5B-0E133800126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963D948-5D44-8DB9-7E33-4B45705027E3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4865015" y="2790908"/>
            <a:ext cx="356209" cy="279578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289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5F730-33B1-4545-D2A8-DC51AFE4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EC8F38-7038-E1A0-4A6E-ABB7D03A2319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66330-1EFF-0A93-2183-0D42AFBC253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5C66F-D113-F1D0-10A6-9204F94DA9E3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628144-CB0B-74C0-7A28-EDB1357F97A0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8AD1D-760F-3AF0-2A8E-664286F0D2F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A638C1-BF40-E987-F140-74812EEC1C2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019068-369D-71D7-8914-C56261B6BCBB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56DBF4-3B68-CDD7-C66D-F11720D9299A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B27109-D317-B86C-5470-783911D8BFB9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6F4D9E-5D93-60F5-20EA-FA51368B975B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61833-DB04-BAA6-76D0-7F57310A6693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DEC156-77E8-366A-851E-7C8F6F88970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plus aucune ligne est disponible,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48524-8114-C5BB-1B1B-D74468529CBA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BF72D7-8E12-F973-9F1B-3FA3AF1EAA76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396C9C-3B67-8BCA-62DE-45BFD324933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3C06C-6AE1-3194-8C52-79424E7F490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10F31A-AED0-37C7-C1DF-315E10C0B17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6A01CD-6DFE-55B3-36DE-C85D08D1F780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3DE2D-3688-8AAD-5712-55D6323EEA65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5A94A9-73E9-F94E-88EC-8BD91CAD635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359FD4-F76B-8CED-FB34-DBEA55B6934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0B7AF5-835E-CAB2-C1A0-6541352A9514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734C954-620A-DD57-D039-7F80FBBD837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4753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235AE2F-F2AE-856B-0A29-CD0809DD3489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9ACA718-B736-8C10-4B08-BE672E5A9773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220466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F2CA-D28B-DBBF-2BF0-F0A22D26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E4DF57-BDED-66EC-0090-477CAB99D2CD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C97D6D-E8F3-B6E1-56E5-BADB7AE37AE0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38F9A-741D-CC04-F90D-478E975F373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7145B-D051-3D85-8902-0CA5E54B7E4B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5DBA3-2E0D-83C0-E9B5-EB574DFA39BC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20775-BA06-29F3-BBD1-AB95C4DAF5D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8276E-9C60-E1C2-D31C-595496D9E4AE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0269A-AB92-348F-29B3-AB8F22A7624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DF36C0-074D-FA75-AD0F-1FAB776F7D30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07E01E7-F2B5-7D75-72F2-9E7B9E9FF9C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D1118-F284-1FC8-3623-D5F8D6AA4D1A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A315488-5AA1-D174-B3CB-C5980FACC32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plus aucune ligne est disponible,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97D6A-980E-A62C-B56B-BD0C1066295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6003A7-CFBE-0248-1A09-494908DC21D5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D33AC-CEA3-1013-95DD-199CD92F292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11476-2C95-737A-33CF-E2CAE119B5DC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8D9A00-F511-6156-7ED5-70833C5556AB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F8609D-7883-3B32-28C9-03E27F68E320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AD390B-6F51-B7F1-C21F-F36366747156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82C248-8D13-BAC8-3EF1-2BAE3E1F42D0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079504-743B-49C8-8B01-88E268FB4670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856D50-D8D0-6F4A-D20F-A7DF5DF5F244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1278924-D3D7-E18E-943C-02CCFCB9B9E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501329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04D0B018-11D0-2472-3972-87123A3A072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3D5BADC-45D8-4B12-38E8-DC3E6C4BC42D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862651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46BC-1649-EC89-7779-BD55E50D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427F4-1876-913E-B022-7D44564618C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6ED3AD-4209-4A7B-B75C-84FD2BE7213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B2D20-28E9-6903-B8BF-E3FEEBD1635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2D6A0C-2E77-090C-DFFF-FF5FC4C4EBD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67E9D2-ED83-F558-2C58-04AE6E5C04A1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3CC74B-7AA1-91D4-3DE8-45341FC5AF33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32460-21B6-B383-20C6-83AE6E4C25BE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61CD5E-AC7F-296F-96B5-F72679646081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0D2CE7-6601-C6E7-EE63-B333C5EBA1D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2FD022-7E95-EEC6-64DC-C88C57553BC1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C7C6D-8466-CDD2-BFF2-015E9F074FF8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DCDCC72-B615-5040-C4AB-B20E5697E418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plus aucune ligne est disponible,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F1C70B-4B09-5200-7758-91DC26B67F7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D6919A-DAC4-C6C8-1351-0C22429A70A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0E938F-701B-8B8E-2E96-322FD3AEFE7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44397-19BE-CD7A-C280-C273677C28F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FCAF1C-BA11-8A76-A992-540D3E89F9C3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08CE3-0B18-58F6-77DE-C229B59E82D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6DA076-459A-A0DA-A817-FFF315FAFA24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568E15-605B-A461-FB4A-EA83AE05445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3D9A0E-B3E9-0263-58B6-2D419237CF2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8E5573-4D8D-F54F-F409-9881BF9A60B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064395E-CE1C-F60C-45E5-CE93A2610A2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604072" y="965321"/>
            <a:ext cx="2617152" cy="35062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DC855D2D-0550-0FBC-2C46-AFC3741782BB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FAE186F-F8DF-9C8C-8BF7-CC819A4CB291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940005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374A-368C-7760-DA49-680D0F30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D566DA-FE75-DD0D-7719-32C10FA01D2A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B9392A-5336-AA03-9769-D90EA810BF4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4B356-DF7C-DFF9-0536-21417A2DF3F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969E9F-F18E-DE80-0FD3-8C52B9B7FB29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763FC8-54CD-3A75-E194-8ED800957AEA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881A4-FAAE-AEAE-C2AF-566D8A8EB46E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C3955-2833-1D7E-C2F9-445720A45134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04F420-58FC-B724-F37A-B954C38EA31A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25A95-8BF6-3A04-7D77-583713D26383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8C4CB5-044D-B00F-152A-6D338BC4E7BE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A81FD5-C51B-84AD-20A3-556DBE7AFA9B}"/>
              </a:ext>
            </a:extLst>
          </p:cNvPr>
          <p:cNvSpPr/>
          <p:nvPr/>
        </p:nvSpPr>
        <p:spPr>
          <a:xfrm>
            <a:off x="5221224" y="820410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DD0E1B8-B8B5-5512-57DA-74F4CC20A43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plus aucune ligne est disponible,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0631-C3C9-09A8-F3C1-CB0AD922036B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FB1169-0143-3C1C-E249-3B9B6C215BBF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FFCDA1-B852-A853-4A0C-9256A91E1083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27FEB-B138-4E09-3806-9C19AABDC7C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078C54-FBD9-35FB-2C34-F827975A72C6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059CB-6BEC-6818-86A8-9D9B1FF2CDF8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8B13F6-6E55-6F4B-3F8A-DF2A74BEAB7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47F245-382B-2610-B039-07FACFB52C90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7CFC11-543D-91E2-D9A9-9979133CD6C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654CF8-8D0D-84BE-2B23-796439123769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004C96C-B4FA-5197-01D0-2FEF43425E4D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604071" y="1315941"/>
            <a:ext cx="2617153" cy="64351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E82BE44-5D5C-6D09-1341-6930867234B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3D677CE-3BC6-65A1-7C94-8EEE286964E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DFCCE81-7AFB-08E7-3335-277B17AA0690}"/>
              </a:ext>
            </a:extLst>
          </p:cNvPr>
          <p:cNvSpPr txBox="1"/>
          <p:nvPr/>
        </p:nvSpPr>
        <p:spPr>
          <a:xfrm>
            <a:off x="5096787" y="1876508"/>
            <a:ext cx="4905954" cy="369331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Problème d’une boucle dans une boucle sans condition sur la boucle inférieure :</a:t>
            </a:r>
          </a:p>
          <a:p>
            <a:endParaRPr lang="fr-FR" dirty="0"/>
          </a:p>
          <a:p>
            <a:r>
              <a:rPr lang="fr-FR" dirty="0"/>
              <a:t>A chaque fois que la boucle principale va lire une facture (table d’entête </a:t>
            </a:r>
            <a:r>
              <a:rPr lang="fr-FR" dirty="0" err="1"/>
              <a:t>lt_facture</a:t>
            </a:r>
            <a:r>
              <a:rPr lang="fr-FR" dirty="0"/>
              <a:t>), la boucle secondaire va lire TOUTES les lignes de la table des </a:t>
            </a:r>
            <a:r>
              <a:rPr lang="fr-FR" dirty="0" err="1"/>
              <a:t>posts</a:t>
            </a:r>
            <a:r>
              <a:rPr lang="fr-FR" dirty="0"/>
              <a:t> avant de passer à la seconde itération de la table des entêtes.</a:t>
            </a:r>
          </a:p>
          <a:p>
            <a:endParaRPr lang="fr-FR" dirty="0"/>
          </a:p>
          <a:p>
            <a:r>
              <a:rPr lang="fr-FR" dirty="0"/>
              <a:t>Il sera nécessaire d’ajouter une ou plusieurs conditions permettant de ne boucler que sur les </a:t>
            </a:r>
            <a:r>
              <a:rPr lang="fr-FR" dirty="0" err="1"/>
              <a:t>posts</a:t>
            </a:r>
            <a:r>
              <a:rPr lang="fr-FR" dirty="0"/>
              <a:t> (boucle secondaire) concernant la facture actuellement lue dans la boucle principale.</a:t>
            </a:r>
          </a:p>
        </p:txBody>
      </p:sp>
    </p:spTree>
    <p:extLst>
      <p:ext uri="{BB962C8B-B14F-4D97-AF65-F5344CB8AC3E}">
        <p14:creationId xmlns:p14="http://schemas.microsoft.com/office/powerpoint/2010/main" val="12682701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C2038-5DE8-D89B-C224-2DA5613D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C991249-C479-0936-ABBD-7B34DEC49B96}"/>
              </a:ext>
            </a:extLst>
          </p:cNvPr>
          <p:cNvSpPr txBox="1"/>
          <p:nvPr/>
        </p:nvSpPr>
        <p:spPr>
          <a:xfrm>
            <a:off x="3410746" y="2767281"/>
            <a:ext cx="53705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dirty="0"/>
              <a:t>LOOP DANS UNE LOOP</a:t>
            </a:r>
          </a:p>
          <a:p>
            <a:pPr algn="ctr"/>
            <a:r>
              <a:rPr lang="fr-FR" sz="4000" dirty="0"/>
              <a:t>AVEC CONDITION(S)</a:t>
            </a:r>
          </a:p>
        </p:txBody>
      </p:sp>
    </p:spTree>
    <p:extLst>
      <p:ext uri="{BB962C8B-B14F-4D97-AF65-F5344CB8AC3E}">
        <p14:creationId xmlns:p14="http://schemas.microsoft.com/office/powerpoint/2010/main" val="41144948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D84D-8BB4-9191-9529-DEF9FF55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71CBA0-0EBE-258B-508E-35740CA2C44E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2F0BC-BC96-F759-89A7-68D96E198FE6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F145B-BBD2-3F38-8226-74530E6FD68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DA6DD-8D37-0F76-8977-C139F13DF6D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BE1C92-E310-9E40-6E05-9D34628D39F0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220DCF-958F-7E48-A3E4-251D2670DC2E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E0740-BD51-FF4A-0D6B-39D1390AD3F4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7A46C-CF86-343C-B8CF-BF30DBE51B55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00F42-9A8C-0FDA-D2BF-B8187045C9A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0FA5B41-3F75-733B-5DDA-FAE8EB930226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DA09F-16FA-C8FD-B79F-1C9273C2248C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F4D7B2E-9BC5-9F0B-38A2-410B888967BE}"/>
              </a:ext>
            </a:extLst>
          </p:cNvPr>
          <p:cNvCxnSpPr>
            <a:cxnSpLocks/>
          </p:cNvCxnSpPr>
          <p:nvPr/>
        </p:nvCxnSpPr>
        <p:spPr>
          <a:xfrm flipH="1">
            <a:off x="2687541" y="965321"/>
            <a:ext cx="253368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7FDE6FC-BF66-28AD-9E36-E91ECF7DAFD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n’a pas encore été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table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203FB8-0C5C-CC51-8CD3-EACD8ED92DAD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CC9DC-945A-6DBA-25F9-3E239D55FC6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33480-15B8-B9DE-E070-9EF0D1F74C8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AF6C93-D702-FCF8-D032-72CCF4BFCF4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34BAC1-E1F3-4269-11F6-22D5F4C7AE20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DE9C09-64F3-03C7-7C9E-866E10C127AB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F45C6E-F923-BD85-BB71-78DAEEBE523A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AB8AC3-60EA-4E51-E0C2-937DA2882317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9EB7E6-65B2-2974-9F1B-88C03CE8340E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0F0236-F49F-821C-5149-445C3CFFE37C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CD51FBF-AF05-4B8B-0929-4C3C0E8C35D8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2C01600-3F71-D51D-142C-F28525DDD9E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12755024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F511-4544-C2EB-4E4E-1D7C03E9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E9F8F-7518-55E8-1DE9-2226FD2E18C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13929-A8BA-A668-4E7E-E8A38DDCAB5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C24104-5803-93BC-4018-2C1C169E7CF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1F5AB-4768-85B1-563E-39A742C539E2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D5C812-39DA-91F8-B672-0007BF2FA0D4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6777A-F7B2-CADA-79AF-3AE6E38A3BC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1AF20-FE11-2852-C858-F65D597053E2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F8E399-3867-2F92-527F-B918AAB7286B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73B7B6-C6DC-FB09-E0B2-1903BDC546A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F203FF-9EC3-27F2-15E2-1617B1A3808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A1CEC2-5743-050D-B8CC-C9CBC1FAD096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C0F3BA8-5387-AE1D-FE32-9A7CCD19533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397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CA85F39-569D-37E1-21D8-D4F9A380550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table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78FAD-2C9E-2722-16EA-C621C71460B7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FE329-FDA6-2259-3A7B-302508FEE6BB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58A527-5A1C-1873-7FC1-67AE1403B85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E8B8B1-C8F1-4D12-635E-3A9985110F9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5D0D0-5633-CF04-B635-ACC6225006E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9C93A5-0150-02D2-2B86-63BCE10893C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A845DA-CB57-5959-DDC2-FD71DFCFBFD7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B244E1-5E77-0051-E98D-76ED28FEB66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579650-A09C-DFBD-4993-18835724270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E88665-BDF4-0D19-B0DA-3C4E3652AEC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CDD7C2D-13D9-66B2-60AB-A001F39867A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C0EF1ED-CAFE-4BC3-C667-6B2E9029097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40442189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FF23-47A8-4606-4F7A-4A4CF393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902EA0-E340-297D-FC45-39890EE4F86A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54895-7466-57C3-4472-4580B9B4145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68EA8-FF24-7DA8-30A8-5DEDADE26FF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D8610-8499-14CA-5192-CD07ED6C5DC1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F226E-BB2D-DFA6-CB6E-CD2C85B22E4D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1F0D0-90B4-3381-86B2-6A51821BE080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73E53-4577-638D-4D0D-BFB2244525C0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6913A4-FBC7-3BAF-B126-DFB3014D77A0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5C4CE5-5173-6BE2-1F87-F725CF7C7446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A2B44F0-056E-DA3C-5998-BD4A53F7B53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014E59-5830-08C7-AE30-185A0B21F45E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5A5AB21-C6F6-E1F6-EAE1-FE4595717BD1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7589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2C58A79-B290-C98B-8212-09208C3F5A2F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n’a pas encore été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DA2E2-9579-728C-4289-732CE80D9F86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34A4CC-9048-7F9F-C813-F656C7045AF7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FC7E10-23FE-EA45-B6B2-DC6C526355D5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5CB789-5EBF-0B40-AFA9-66792E928B6B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5CF111-393D-F2E9-0B38-6969B7B9A26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FABC9-FB6C-B3AC-DC00-06FC0DA441A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D3BC70-19B8-4C34-24EE-414636EA1CD8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22475B-3FF5-B806-073A-7A6D75BF53A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330B11-8CAB-1804-B1F5-4C67C66EFEE4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A1518-53EC-F98E-3D5C-CD4B51E1FFA1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543A9A0-E211-7EDD-4A98-A97CC51BA23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88A39AB-ABA4-7D21-D366-EDBC8686D027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222837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653A-C24E-0BBD-419D-A2DB457F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7B2744-7486-C727-E7BA-47192AF6A9A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634F1-8F71-5FDB-DE25-27C4EFA5ED61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B95DC1-D329-F240-A912-B513A66906B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DC5F0-6DD8-95C2-E6DF-3E9B1C05A054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4538F-3DDC-2B8D-719A-8D8E7F47820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FB1FD-6610-10F0-1EEB-9850CD4A6D5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88C1A-A0F4-B201-7BAF-F058A56A83E7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55AEE0-BB52-2949-5E43-86DCD3FBD959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ECB20-F015-D0B2-ECC6-5E3A866F7191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2AEF097-E4D6-D211-9E35-70DEDE1B0AF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67964-0D1F-8B4D-98F1-98B54D90E744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8160ABE-4EAA-85D4-842D-A71D5C08AA92}"/>
              </a:ext>
            </a:extLst>
          </p:cNvPr>
          <p:cNvCxnSpPr>
            <a:cxnSpLocks/>
            <a:stCxn id="16" idx="1"/>
            <a:endCxn id="6" idx="3"/>
          </p:cNvCxnSpPr>
          <p:nvPr/>
        </p:nvCxnSpPr>
        <p:spPr>
          <a:xfrm flipH="1" flipV="1">
            <a:off x="2604072" y="1315941"/>
            <a:ext cx="2617152" cy="23417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9E74AF0-5DE1-AF07-1EF4-25C655E6A2F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F60ADB-7663-8481-0E4F-5D7E3D29040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80812B-85A0-BBCC-480F-F8F1D7E54290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B5A7D7-8896-8D89-77DD-E6BB0013D449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0B3119-FF45-865F-8562-4E54AA99889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F10358-30A3-CC4C-A300-474E01B799B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68E4A-CF87-E4F7-ECB0-DA247BD4D06C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30868-3502-CA0C-7186-769B62E0C4CA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667EA1-5812-D1CA-5017-8AF784EB1FED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4B41DD-378F-E2A4-7CA2-C5B86AB010F5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B3CFD5-1243-D882-476D-E738E1C4782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DC88DA0-2D65-280A-4357-4F03D35CEE4C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C72A4CA-2FC7-FB28-321E-F3D5E030B0F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1BB92E0-65C7-EBAF-48FC-BDFC8C2C6852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 flipV="1">
            <a:off x="4875864" y="3267168"/>
            <a:ext cx="345360" cy="39051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1425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ACD8-A69B-B854-B3D0-FC770730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D3C16E-F134-4B68-7F98-53FA453B1084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33380-C380-A466-E863-04F9A138C973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0C3AA3-D9EE-250F-97A8-2CEAAFE6317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B5B83E-955E-178B-9AE8-60CB5510E917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33CF74-8030-ABBB-D077-4D0D96DC26A8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FE680-3CB6-94B6-DB3C-115FBE3631D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D434F-2753-308A-245D-373885410C2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7DD89-196A-AD55-8474-2989728D1D22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E548DF-96AE-2FB2-73A4-04CC6DAD9C08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FF42F3-9761-C326-52CE-3FDDA48F012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4A1EAA-8508-8E22-4897-A826003A8CC4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6160D58-A353-EE97-5D40-9E109992A077}"/>
              </a:ext>
            </a:extLst>
          </p:cNvPr>
          <p:cNvCxnSpPr>
            <a:cxnSpLocks/>
            <a:stCxn id="16" idx="1"/>
            <a:endCxn id="6" idx="3"/>
          </p:cNvCxnSpPr>
          <p:nvPr/>
        </p:nvCxnSpPr>
        <p:spPr>
          <a:xfrm flipH="1" flipV="1">
            <a:off x="2604072" y="1315941"/>
            <a:ext cx="2617152" cy="23417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9EBB71E-38E5-5EE2-1A6E-E369A8DC6443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E52C5C-5711-3279-435D-68FA1E81FF5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8A6099-FE56-DD85-40A7-E34799DF9B8A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6A21F4-DA8B-D746-CDF9-3636152B7353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4C4008-2814-E414-E721-9C9D16781AF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44F4A8-CCA7-775C-9F46-77CFF0488D61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3AFAE-DB27-0AD8-3679-6835C1B1DFA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5A6862-CE41-E1D9-B46A-FFAD0EDC470F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9EAE11-78B1-D374-5B9B-6CCF6417187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20B08E-6BF4-16A8-7702-05663979DF27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077F4C-0F58-0E15-E7AE-6D4D5FC6D94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DBD732B-52AF-AE32-DCED-D1D8CEC25A9B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718C647-C1A8-6E07-ADAC-3EE36B5B1D0D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4D2D459-6534-EBE8-E68D-3DE833D7DB6B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 flipV="1">
            <a:off x="4875864" y="3267168"/>
            <a:ext cx="345360" cy="39051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7348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63B9-CE9B-E890-5072-1A97E290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141CEF-9627-45B2-D62B-8724BC26FA00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E4B14-8AC6-0CCF-0A94-9ADC3B530654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0288B-94ED-9EC1-9CC9-0B0A1BF54C7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C34D1-067A-CB1A-2B8E-2FDE8E3BAC12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D33F2F-2753-D33B-7145-B8BE8FBC159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EC5AA3-5E9F-80C9-5F53-65AFB6299524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27F2B5-C0A8-4CC6-4C3C-B5521A6B405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FBC93-956F-5163-57BF-F4E0A439DAF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E9C3C9-5A59-5731-1461-EEDF28D18315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897812-8788-653B-3962-11BB0B1FC6F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AE47C-C44E-58E1-08D2-C1ABEA45F586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2935445-B993-6E13-333D-928EC951E6B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BAAA0-6425-8DDF-5E33-82BF1640FDC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8CEBB-35C0-8810-F555-A3BFEC93AAE6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71667B-87CF-D3AF-5CD4-1F8150169F1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3E3EE7-BC31-E0D0-F4A6-249B53A9997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845094-49E6-D79F-B4C8-5935C6EED25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D9EE32-070E-1E3F-922E-15821DD30A7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83687B-449D-E5A9-7124-F962DAD29DC1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902985-0096-C7AF-E45B-829CD4FD1D8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257335-C2B5-BFFD-FAF9-C81B0E4BCAF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B84820-A2DD-15E0-E6E8-6D9548174BC7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36496" cy="466952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F8AAE49-4CF9-525B-9EE3-2FBDFD0B0322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93A2A3F-4304-AD4C-0745-177BD45CEBB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664623F-1192-B6B2-0619-29578E79BD9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5E6468F-5E19-0FC9-6E55-C7FA786D3924}"/>
              </a:ext>
            </a:extLst>
          </p:cNvPr>
          <p:cNvCxnSpPr>
            <a:cxnSpLocks/>
            <a:endCxn id="3" idx="3"/>
          </p:cNvCxnSpPr>
          <p:nvPr/>
        </p:nvCxnSpPr>
        <p:spPr>
          <a:xfrm flipH="1" flipV="1">
            <a:off x="4875864" y="3267168"/>
            <a:ext cx="364704" cy="270426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0613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E84B-A702-9AFA-F24B-32E72078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DC3C54-C0CE-4BDE-58BE-D89C746A6C3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25156-623B-C5EA-92ED-F51D19FC5E72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950995-C998-6D10-4E53-8EF739EAAFA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4F9195-28AA-8D12-2432-C62BA5CB35A2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8CCFC-E03E-66C6-66D4-D37613A8425E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8FC3D-C622-37A3-1101-4E8D688D74B8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8ACC9-C917-5043-F7B6-46AC6153D4BF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3781A0-261A-7755-C5ED-0FB1693B5FC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3388C4-45E6-A92B-B297-0ECFFA1B60AB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27CA94-6B74-A17A-5FDD-4A81E46D037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B51AA-165C-B3E0-1A77-8FC336B31F68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BAB1A19-2C72-751C-D679-A34CBD89D0D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A0E51-9F21-CB20-CBF3-B8964F3748B7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A08D39-050B-43CF-EA75-0C86FE9590DA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1CF9B-A7C4-8BF4-D184-94BF41F33F8D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8BFAB-2704-9648-3E4E-6A4FEB441F8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EFB384-D278-16F4-785D-4150AF41750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0CDCB8-7759-3834-8314-BECB3F9E3264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40B55B-0B85-CB91-22FF-9068F7C34BC3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7D873-AD76-D8E0-C39E-BB356DC6F7F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64633A-58EC-3E50-747B-8073767BE20F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2F1725E-972A-EB14-40B7-1D3A0638161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36496" cy="198385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30CA356-9F35-CFB3-E12B-B28C8D28C214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9E76112-082F-2F34-D1F2-2A71FEEB19FE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B6519A5-81E2-9A63-49BB-EA8CF339149C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CB54D3D-CB65-D9AC-FEBE-A122438A50EC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3244132"/>
            <a:ext cx="364704" cy="5565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505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CAE8-7C40-4AA4-2029-54D848D4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865CD2-A4D1-4C61-7FD7-D36B8171CBF5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B4A3B8-6448-C8C4-6BF6-2F3C47ACDC50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7A4B87-52D6-A69F-9BE5-13CA0044BE4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2BEAE-CE44-997C-523C-C73612A394A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3545E-D454-5B35-4A6A-1446C37582DB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32E0F7-5B56-74E1-C031-35CFD429D33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5A6ED-354B-E8DE-05DC-071B323455A6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B32568-D687-2726-20C1-1B89DEB437BA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8AD7D-2B67-B0EB-A018-C00A9ACACDA0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55F7BC-A494-BFC7-6E3D-60170EF1007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9AC78-6BA2-8B92-CB44-188F8EEA3B0D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3D0AB1-C7A7-6BF7-7E71-E47DAC64EE1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0230C6-A390-23B6-E76D-523FAD498744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72823-3323-9E4C-7674-3A1BC3BF41E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1787A-48CF-8738-54A3-0BFCAC306001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F6F99B-F1B7-BC58-7031-EB3B96C8D6B9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ECAF-3566-681E-AFE0-808180CB478F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C5EA96-4772-0C50-464B-D6FAAD84E752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1181D0-76F2-6F3D-B06B-16354DA862D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FB0BC-7DDE-FD4B-8629-DF9DEA7114A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63B1E3-AF90-4F8E-62BA-268EADA453AA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A0C09B3-19E2-A1A1-1D57-A66350B037E0}"/>
              </a:ext>
            </a:extLst>
          </p:cNvPr>
          <p:cNvCxnSpPr>
            <a:cxnSpLocks/>
            <a:stCxn id="16" idx="1"/>
            <a:endCxn id="6" idx="3"/>
          </p:cNvCxnSpPr>
          <p:nvPr/>
        </p:nvCxnSpPr>
        <p:spPr>
          <a:xfrm flipH="1" flipV="1">
            <a:off x="2604072" y="1315941"/>
            <a:ext cx="2617152" cy="23417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7FBBCFC-38F8-BD92-C896-749E3E2D6CC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36D2BA0-A2A0-1080-27FA-96566621D96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73C81FC-8765-9F85-230F-8C3F0EA114A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B072E1B-D8AB-010C-BEDC-A5F5ADE4EEF6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875864" y="3619895"/>
            <a:ext cx="345360" cy="3779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1498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FAB7E-1627-8209-B192-44586D0B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AD1821-7967-4404-A39D-31077069559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084E3-D5EB-7056-E44C-E3726D0A87DC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925BE-8764-DB26-7907-A1F424F6C4AF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38F49-4653-83A3-796E-589461B0C2E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2D361-2A34-84E3-1A50-92963CA28AAA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C2FD5-A57C-3E00-4CC5-CE1C61E063CE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3A73A-EB37-383C-CFA6-7492472B5272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8C2DD-E566-CA40-21BB-B6F569E6E22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D76BF9-4C70-1DC6-949F-ED7C15B04BE3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DC4F586-3B4B-6DD3-121B-57D763241971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C60DED-F5C4-D96A-D67B-F6719D59EED2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15EBB14-2265-325D-5ED7-E3D648EC1DC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FC8CA-F4CF-9652-F88B-CEF97D31736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D86E2-448C-4E88-B671-DDE79E0057F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74BE01-A459-AF2E-006B-D554AD2CF0E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7A3B7A-6BD9-E3C0-8C0A-09A797A1751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5C82FE-ACC5-E0C4-2ACB-BAB1CCC695B3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3E027A-DE71-5CB4-8B43-3F00E703D76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AA0DC0-8E33-157A-6F6E-49FA646CC0C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66B9A4-00C4-3B50-F6F4-2DE82B2CBAD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8054F7-0998-D803-EC2A-9C544972CED1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F05DB40-C598-EB4A-3B1D-491DB6703F5B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248688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3AEEE93-2958-16AB-1AFE-D53D6C0122B8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17C2C50-D6B2-597E-612A-FDEF4B282E17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337B6E-B085-FC8D-7ACB-C71069392088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6D2E1B2-4FF0-831C-A4A6-7882A8E306F5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3619895"/>
            <a:ext cx="345360" cy="18293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0031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C232-227E-18EC-39E6-85BC1B4D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832C8-4FB5-A96F-97FA-7CB0699F065A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BA46F-D874-D7C5-A2F1-EACF42C815F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9D05A-8071-EBAD-ABB1-1A53E5109E04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49E6-D49D-DDFD-FD97-6B0F5A491EED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75547-9249-AFE9-B9D0-B554B26E77C2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50E99F-8A8E-8B8B-08E8-C14B2AEC401F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25A863-E555-2037-59A6-89BC963AEF7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C3364-D672-D28A-EC1C-1F4FB26EF28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457C8C-A371-452E-7BDD-18A26DE57D1A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CF3A775-DDE3-84A3-AB0E-1F727CD496F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1FACD-D397-FA69-4D1F-5A7BA5A92523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A65DE62-F961-D045-DF8E-E727F20021C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2C273A-508C-97CD-E5F7-CA90A407EC3B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ED699-AD83-9355-6468-731BDB0EA218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13146-16A3-1A1F-F876-5015858D6D83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668B97-5CB1-28C4-DDEC-80E1B3EE0C9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DDC515-BCA0-985B-4D01-B6F24E875BA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0742C0-CDBE-8C4F-9204-51955BDF593C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71224E-F898-C895-1C0E-15CD222DFC7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4AABD4-A39E-56A4-E0A5-A0F5B1CC89C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8C8698-2885-30ED-EB99-4B7DD5D8E84A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FBBCB27-EC9B-D2F2-1CE3-D148828123C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2361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D67AD64-C892-AEDF-A964-E6BB852F0EA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A341019-514A-BFF7-C24E-35BDD1D6040F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7DCE983-4BA0-A951-C332-25845AEA9FC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19AEB87-6769-26A9-3A15-ED09048682FF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3619895"/>
            <a:ext cx="345360" cy="245636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6489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B0C5-F0C4-F5B9-81D3-13AFC34D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FA0473-9F10-8953-76ED-FC83BFA19B22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B6AC1-4547-AF98-2D24-36EA6CCA9B38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AEA55-4C71-82B6-E655-D86677E4FAF5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A26EFF-B285-E5DF-60DB-195B8C06083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218EA-EB63-A633-D443-B7D8BAF514A9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9A5A4-DDD9-2D8F-B9D6-70C6C72EE6EC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62BE0-2445-A347-44C7-9429175C39D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853E8-1A3B-279A-5FF5-93FA4B9FACD4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B81BDE-7988-6F8E-560E-7A28AF6D322F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404AE0F-FB46-0F66-5158-BA3CD850895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8741D-2D1C-7D40-D32E-528928D9FF7E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85D5D2-A42A-3DFE-F30D-64883C92406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7045D-FA42-5199-B5AC-92D2D6892050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0336A4-B03C-3F57-4E5D-ADC4AC695EA3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293BC2-D226-7B79-E793-1BA3E6A46769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019227-25B3-670C-872A-13BF0183623E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615E83-FF89-FB36-2B3F-ED4EBF52F6B8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9A8CE4-4E50-64F3-A8EB-A8970169C2B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FC40F2-DEF4-4C63-6621-F43D3B3FD59D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188BF7-E3D8-B91A-2A01-E6DA23DE3D96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CF401C-956F-A142-A3AD-EBDDAA5EB2D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734930D-D240-39D0-4E89-B0A6A5F170C9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20077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A250-4A67-53EE-E5F6-85B710ABBFA7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AF4084E-41F1-0112-D22A-02491F19DB4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7E72221-DB91-1469-6CAC-C1326F5E1B56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C8EA217-5784-8EC8-5B63-7A7AFA4EB3AC}"/>
              </a:ext>
            </a:extLst>
          </p:cNvPr>
          <p:cNvCxnSpPr>
            <a:cxnSpLocks/>
          </p:cNvCxnSpPr>
          <p:nvPr/>
        </p:nvCxnSpPr>
        <p:spPr>
          <a:xfrm flipH="1">
            <a:off x="4875864" y="3323645"/>
            <a:ext cx="345360" cy="29625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8663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EFF5-0A67-08F7-B995-6F925101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E5D6F-3AC6-C617-127B-B62952BBDCBE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7FFBB-B021-A214-0541-6F92D4A257D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CC0BE-ECF2-66D8-8B79-1FB5E149939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5A3C90-0955-77FF-6CAE-59BFCEB8A4FC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BAAF91-73EE-A15C-D8D7-C0D0C345CAA0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7AEA7-8A5F-021C-86D7-C9A48230668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4E74D-C698-7DE5-DEF9-CC8FBB0B9186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409A3D-18CE-53D4-4974-D32825C2060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42C3E8-6B10-FA05-C86B-C4273B14577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5E75DDE-592D-8AEB-8192-9395E0E4982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9F841-8016-8238-DB05-78773BC7A02D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68DF0C8-479B-9331-0BC8-2E6C6FB3678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3C447B-CDBC-4D95-C838-951FB0526470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54EB9-2096-738C-01F6-5FF420081620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43A9CB-8455-36EB-F0B2-BC2E38A3DDD4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16A826-5057-D9B7-4278-F2B5B1C9C773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CD886-77C9-7331-4E62-21EE3652ED18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E416DC-06EB-9D08-B8D7-ADABE4D6E05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E1794C-FF75-57B1-CC62-1C7B650C700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614683-2BF1-5A2D-882A-F5A0BE7D323E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E9517-2AD4-81E1-816F-1618D8F10EE2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B2664CA-6658-219C-5E35-6BDD161546ED}"/>
              </a:ext>
            </a:extLst>
          </p:cNvPr>
          <p:cNvCxnSpPr>
            <a:cxnSpLocks/>
            <a:stCxn id="16" idx="1"/>
            <a:endCxn id="6" idx="3"/>
          </p:cNvCxnSpPr>
          <p:nvPr/>
        </p:nvCxnSpPr>
        <p:spPr>
          <a:xfrm flipH="1" flipV="1">
            <a:off x="2604072" y="1315941"/>
            <a:ext cx="2617152" cy="23417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CBB0CDF-BC02-C1DB-BA11-6CCF110C797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C21A2E1-E0F6-E2C7-2AEF-FA2DB2353F3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EE7667D-EA23-BC13-C0A8-7D58E8536C64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A3B0049D-315B-BD22-90D7-692C5E28976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875864" y="3657686"/>
            <a:ext cx="345360" cy="2464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3620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65C7-AACB-B451-C85C-02489688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780ECB-2579-1EDD-6E36-3D2C3CDAC212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3C868-86E0-35BA-F7FE-0A2F6DB3B617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7D92F6-04E1-83CC-8A22-01FB3EEDAD6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B2BBE-C0DE-49AD-65D4-83722076399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ABDFA5-B7A6-CB73-7D2B-B0D489BD06EB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3966A-3AC9-299B-165D-46CFD49D2C1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34D0D-611B-687C-8E2D-18C8DCA5A92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65E4F-F682-246B-4B30-9FBE4E1011F7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99691F-CBB8-B4A8-D813-D6D4646B4DD7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2480497-C6AC-2A70-2FA0-211B0514275A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9DD6B-EA4A-97C2-5D42-EBE974FFD2E7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14DFBE5-C72F-530D-9783-FD4779BF9D1C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E8DD29-9771-BC76-1732-60223D3C7782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0BAC7-A6DA-8232-9362-DAD7D8422343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5CAB33-DA76-CF18-4FCA-DEFF2808299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27A2DE-0A98-2D6A-20F6-811A15C2EDED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1DA2D5-F0D0-8A0B-4014-6369AB841B1F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77B4BD-F56C-D05B-A19A-87103E574391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F28A44-AC95-5984-2355-1F7F9E296C12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1AD175-89AA-C90D-B23E-C481758C66C4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BF0684-E3EE-2C76-60D5-0BA0CA398876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B84BD5C-5724-EA9F-A30D-E62C41F8100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248688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109B4DE-4994-3DAD-A0DC-1ED8105CD0A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52A965F-5490-1F2C-FA06-23A3BE3CDFB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B062EF8-7AE5-66A5-64C5-65685B33F09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943ED4D-A293-1DE7-6D27-C9A83B263E62}"/>
              </a:ext>
            </a:extLst>
          </p:cNvPr>
          <p:cNvCxnSpPr>
            <a:cxnSpLocks/>
          </p:cNvCxnSpPr>
          <p:nvPr/>
        </p:nvCxnSpPr>
        <p:spPr>
          <a:xfrm flipH="1">
            <a:off x="4875864" y="3802829"/>
            <a:ext cx="345360" cy="10126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2210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58DF-14AD-5889-BD35-5FACF834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762F99-1C69-DF0F-83F0-20F3420C6C6B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DE129-7A68-2FB5-D6D3-5014CC324272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A26D6-126F-CFEB-7869-B6D0E607C05C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8F349-4DDD-2A4C-B8E5-172B27B1E70E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D72EA-2159-20CD-6A06-224108D833A9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91433-371D-D94D-13F8-8A4F47E3F95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A46EBD-CF4C-63EF-4BB2-6F2F39C299E3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CD8D6-9985-42BD-2C5E-86D2AFF69E26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85A4B5-382A-33AD-8F8E-40E61126D999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0781A9-6014-6BF4-803C-04F2C3B094C7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C1110-2897-E357-4C16-EEB630AFC795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7C2D970-DA34-BA06-6C29-53CEEF6FE58D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0B734-73A5-220E-13B5-B2F300C45D4C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4255D-D237-5043-0668-4C6346B87176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F96304-3851-C06E-D86A-C656F46E82AA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01DB0E-F830-0161-C366-1D27FE9318C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3A6C62-E63A-0AE5-3891-486CFFC3968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8BC86-F0B3-2173-EDF3-19D91924BDE0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ACC26C-F7EC-3DA8-EF0B-0DCC1CBFCD0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99DB4-37EC-BDA7-CCAE-B4473FF1438E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58D6C9-CF98-8EEF-1CFB-72FE2359E37C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7E733E6-AA2D-3DE3-7901-7165590EDAB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72361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20BF0AB-480C-631A-A6E9-7E69DAAFB5B2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A561DA7-41AE-3BFC-93EC-623C76ECEFCD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D5A688D-DCFD-E5E6-9B37-4E236373CD2F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0D408B0-9CD6-FF6D-3135-B0F9C55E3793}"/>
              </a:ext>
            </a:extLst>
          </p:cNvPr>
          <p:cNvCxnSpPr>
            <a:cxnSpLocks/>
          </p:cNvCxnSpPr>
          <p:nvPr/>
        </p:nvCxnSpPr>
        <p:spPr>
          <a:xfrm flipH="1" flipV="1">
            <a:off x="4875864" y="3904090"/>
            <a:ext cx="345360" cy="213546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2802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C62B-F152-B130-60C1-AC4FCD6A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37728B-BD2C-559D-4B8A-758EA430715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EF3EB-3CEE-DC16-B99B-EDB70B781E8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A1855-6E92-4F80-9758-391D22F3387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F2025-00B8-3D06-F6B5-182505FB650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B3F2F-AA5B-18A0-3A9E-EAB216ABDFC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BE759A-441E-B27F-221C-1928D789C857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9B488-C763-69EB-8D1D-2402D1687455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51039-ACEE-B1E4-D901-D0F24B3B64DF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651DC4-1197-A2B8-E7B2-1E01E9834F7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C115042-8A41-8C36-3A37-63609A80B27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25533-38C5-EF53-88C2-772AB0CF61B3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07CFCE4-D8C6-DFCC-22EC-DA6F2FBD1C3A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CB62C-F2FE-1222-8DFF-310D6F583F3A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00A5A1-E0DD-67E8-9797-A88E6D8D1D4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771EE8-C472-D4CB-9AB5-85C5F25C85F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073B2-BFD4-507C-F8F2-522B3D300E9A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F00368-437E-8AAF-C392-78EED200568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BD372-265A-AD07-504C-39708A72AC82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23A893-ED44-AD51-2FAA-820AD31F7FE0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57361B-22E7-ED51-0228-D07327DC1204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DF51F0-56BE-373D-63C3-D5374997C78E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51B1D23-AFAB-9439-6665-296C66AD556A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520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D2C4E-99F3-6D51-3C18-FB272DB5A4DE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822A3D7-5811-2F11-F8EA-473FEEDACC0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82C82AE-098E-EFD8-A0B4-7E976130AD4B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08500E8-E64F-258B-0FB9-C8D6AF5CAE37}"/>
              </a:ext>
            </a:extLst>
          </p:cNvPr>
          <p:cNvCxnSpPr>
            <a:cxnSpLocks/>
          </p:cNvCxnSpPr>
          <p:nvPr/>
        </p:nvCxnSpPr>
        <p:spPr>
          <a:xfrm flipH="1">
            <a:off x="4875864" y="3267986"/>
            <a:ext cx="345360" cy="6361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827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EBCA5-79B0-60C7-01DF-3659EFC5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B09C9-AB4D-1F2D-6F1D-A2593EFA1EF8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9184D-E727-5D33-A7A5-857F82DC4ABA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E363B-A063-CA18-C14D-759ECBBF774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03E09-7B3D-91D4-9FB3-359D942B428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5765E-7F20-4EF1-F7FF-370DF519526A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42C1B-8264-2A7D-BB45-D97CD37F5958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1AF0B-5DBC-4ED7-DF84-F95BED5D3380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4F51FF-6DA7-C31D-408B-A636022ABC12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A2867-3642-3A8A-728C-307A4BED3B33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AA6BFE7-D0EA-93C9-C5FE-3B7619324D3E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162237-2F01-D894-05E5-E8F2F352495A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2454F1E-38D2-DC5B-36DD-07C77C9F4E2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0593FC-C4EC-C427-1FE8-84D47F2E2B9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D2FA1-AA3B-9D50-668F-8C01F6A9A32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C8011-E043-59C1-24D4-632DBAFEF1F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A96680-E02D-4373-EC9A-D1579429DB5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48FA60-618E-CCB0-92A4-D16E9AB6082D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7DBA37-6F95-0120-0169-1047D098060F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84F224-6A29-2B6A-8D4B-95DE4C95FB76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5F72EC-59AF-0DB5-5210-F86E0C00F726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C2F91E-6CBE-0CD5-07A7-9ED147CA85D1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CA5DBF0-065A-5F27-7530-3A4BA7716D3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19520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F8ED8A9-DDDD-5583-AE9C-97CD616A2A4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A7FB3ED-873E-0B89-8581-037F4F81C32A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80441AD-C51C-61F0-337C-5C8FD1F78CE1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BD88DE8-07EB-D92D-B5D7-37BAD1B7A130}"/>
              </a:ext>
            </a:extLst>
          </p:cNvPr>
          <p:cNvCxnSpPr>
            <a:cxnSpLocks/>
          </p:cNvCxnSpPr>
          <p:nvPr/>
        </p:nvCxnSpPr>
        <p:spPr>
          <a:xfrm flipH="1">
            <a:off x="4875864" y="3267986"/>
            <a:ext cx="345360" cy="63610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02CE8549-F0DC-1325-37A0-B2209B9A4A1D}"/>
              </a:ext>
            </a:extLst>
          </p:cNvPr>
          <p:cNvSpPr txBox="1"/>
          <p:nvPr/>
        </p:nvSpPr>
        <p:spPr>
          <a:xfrm>
            <a:off x="6663193" y="4012737"/>
            <a:ext cx="4905954" cy="230832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A ce niveau, la condition ne sera plus remplie car il n’y a plus de post (ligne de la table des post) avec un id </a:t>
            </a:r>
            <a:r>
              <a:rPr lang="fr-FR" dirty="0" err="1"/>
              <a:t>facture_id</a:t>
            </a:r>
            <a:r>
              <a:rPr lang="fr-FR" dirty="0"/>
              <a:t> que nous n’avons pas déjà traité.</a:t>
            </a:r>
          </a:p>
          <a:p>
            <a:br>
              <a:rPr lang="fr-FR" dirty="0"/>
            </a:br>
            <a:r>
              <a:rPr lang="fr-FR" dirty="0"/>
              <a:t>La boucle secondaire arrêtera alors son traitement et continuera sur la boucle principale</a:t>
            </a:r>
          </a:p>
        </p:txBody>
      </p:sp>
    </p:spTree>
    <p:extLst>
      <p:ext uri="{BB962C8B-B14F-4D97-AF65-F5344CB8AC3E}">
        <p14:creationId xmlns:p14="http://schemas.microsoft.com/office/powerpoint/2010/main" val="6751927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F3DA-E142-82C3-25B1-4092A0C4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BA80B3-E515-2256-620D-E5CCFB4FACBB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73AB1-CAC5-C36E-E78B-3A3413905B77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2C188-6CB8-0D02-1867-3B62D2B865D9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8DC776-3B05-2454-0E8D-2F99FF41D8B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328BD-FB8F-583D-3127-6FDDD5E6DB25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19E18E-F2CD-AB41-D136-B6E3080DCDC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499B2-D4B1-4705-7DB4-021F55FF999F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4E1E3D-8095-3CBA-4EEF-B45DBF2162F5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076847-E7F8-46C3-7898-8048E2FE1064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4F58FE1-C508-570E-DAAF-959FDE17110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7E53AF-74B5-C230-E1C2-BC5C31CF033F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A0D5C84-82AF-44A4-1ADA-C0BA6CA275F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E7CDF3-525F-9283-AA21-A27C3E308D29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A4AE0-4BF7-E20F-746C-EA7D0D314443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1939B-E141-6D83-0263-7BB12058015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CCE49-DE4F-FA95-3915-E2DD13650EC9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B8E156-149D-86AD-13F5-E5CC0C9441C2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879E4D-DFE6-1A52-DCBF-569D9A8CC1F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2A601-BB76-7FB6-4683-5062C44AA73B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2D7F3C-07AB-F22B-4E21-C7E4EEEB9B8D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62C607-C388-CD9D-6A4D-E1F9FE610B79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925CDCE-7F43-B3F4-CD8A-12435FA4CB51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64753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FA11E34-68C5-7D9C-4FAB-237EFF06BD25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7F6E2E5-66EE-63D3-12BD-A406CBB5E516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D30952-84F5-9C8B-2868-418711CDD75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2507402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C558-BE62-170C-9B74-D4272F0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E5255C-F17F-420D-F54C-198CCD9B5261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A1167-1364-66AD-B1C1-006EB45B9B44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ADE737-6234-E327-B206-F49B35EFFA5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BF7C66-6B2D-8ECB-68B8-6728E461FB88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2F9C4-A336-4184-809D-91E5938F9E78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2F0C45-FFAD-DE66-DF6A-41A0329EE04D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55B44-1DD9-CD97-1139-A0E70DD88A2C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2D846-B4A0-C360-6337-285ABC5E536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80D91-D097-4751-AE9F-25740DE294EC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811E650-598F-4EC8-1D62-9E2901187FE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DC0AB-ECB9-68F8-B248-C23D2A3F2A90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A4F2C24-3ED4-6A86-76E8-870B3D5C9143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1E8EF-6711-83AF-9213-726ED8309B15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D6E24-088E-FD5C-EB76-50E4A1839F07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884FF2-62FB-0BD6-10E3-AC675E1850D4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2D967-8494-2DEF-A3F7-484C16AAD6B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9955BD-3D10-1E1B-1BB2-6FAE9E192994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C09367-8422-054A-1F85-E57409428ED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BD5A11-3871-12F3-90CB-DDDB854483DF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2BE8C-D42A-F363-2FF5-263AC0AAA6A5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E8077A-F865-D538-AAB4-F1F5496D0D9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3BEA828-D13A-B2E2-591A-DAD5700BB50E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604072" y="1315941"/>
            <a:ext cx="2617152" cy="498944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35CF453-E109-882D-BA88-D34BC8BAEC4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5785FCD-967A-A0B9-2983-71177F276EFA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591DE2B-53E0-FAEE-CF91-507DFF73BA1C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2490972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6638-0622-6F81-EE57-CC730C0C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BB904-698F-C2E8-EF50-53E243EDC9A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D392A-ADB2-B3C0-8958-D221656F81A4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ED1565-D337-4252-205C-3729C9527B56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8C2D9F-2186-FDC9-E05B-50B5802144B4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E8403-2726-E240-1A54-D03A0A8EC189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234AC9-7DC3-17DC-2948-795CA7A1B4D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ECF887-79C0-20D2-C422-F4449F0CFDE9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97532F-F64B-8806-F10A-0DA1C816EC79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B0B231-6491-8943-7BC5-6D61E476B78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3EA107-5794-EFA7-565A-7F928B9E7ED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3FF60B-C0B5-B1E2-BF3F-8189DE5AD41D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A558C50-9EA5-324C-8486-97C585F920F1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ligne/3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‘FACTURE-001’.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‘0030’.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E0BA49-2468-6247-294D-00E7327ED91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AFE5B-991F-B445-D60B-F7BDAE94AF92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3EBFF-4E6B-F92D-ADEE-6D1FFF17CA4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D68A88-6262-22FD-4913-0D4285BC9EB8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9ECC72-0E3D-51D6-E559-F58C6989A0F7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6660EA-B518-2CE4-1664-5584FA89E199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9D5AD9-6A7C-A98A-0801-FF1281AD84DE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94B760-17D2-C319-F1EE-0806F8E962A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2AB873-AFA1-4CCE-5285-F60AD9906B88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E83BDE8-96BB-4FB6-1E14-738690821420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604072" y="965321"/>
            <a:ext cx="2617152" cy="35062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2081AC1-0220-F04B-FE41-55BC5C10CF98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AD01E4E-9BA3-C631-54E8-353CDF69D82B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8E877E-296A-92B3-2D22-6FC29A2E5E54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27484406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9673-D961-8C90-ED80-8E382F77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9B15EE-5E5F-11F3-4FEC-2D20155B0F4E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FDDB0-2A5E-0CF2-8645-211DC4272D5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125DE-7B35-C784-F4E0-65D86A5C6E25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ACE90-80FC-2A95-C5F6-8085FEED4BB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76AAF8-6AD8-52F3-2BC1-4F894188395F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2D38DB-1525-DB74-579E-84FBD9887B2A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C7D87D-1EB5-40D8-C0E7-5E4CBA4A0090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5D4B3-8F1A-5376-76E5-77F10EEBD624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153C4C-8F0F-DF1F-CAD7-717F91C5EF38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7ECAD1E-C735-E729-4B79-4352485FE9FD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391DCE-7110-9D5F-497B-F04F75281B5C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9D24195-233F-19B2-B096-6920AEE44243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aucune ligne n’est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55756-2654-DA2A-C713-57D337C840A5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AF72D-E2F0-FF9B-A7AF-EF5BC45ABBF7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930181-3CD4-B28F-735C-010F42CF3648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5090B-3870-0CF0-1E7E-0940FBEC477C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34C4A6-113C-A307-8E8E-3A27AD2A2019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1347D2-F900-F118-0DA1-7D7EADD99D64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C440D8-DCFE-02E5-0BA8-2AFAFACEA22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A50B43-638D-86ED-AFF4-819F2245E478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53392B-D7C5-23FA-BC3E-D65C5B228240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16D3E31-921C-F256-9BB9-E988B80245E5}"/>
              </a:ext>
            </a:extLst>
          </p:cNvPr>
          <p:cNvCxnSpPr>
            <a:cxnSpLocks/>
          </p:cNvCxnSpPr>
          <p:nvPr/>
        </p:nvCxnSpPr>
        <p:spPr>
          <a:xfrm flipH="1">
            <a:off x="2604065" y="1315941"/>
            <a:ext cx="2617159" cy="6559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0B7AC4B-2380-9964-93A3-FC8786D68F5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28E9C9E-41C4-3EA4-517F-6782E8393F63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5769BD9-4D2D-A15C-1D3A-61CD72D1D8A8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39120844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EF440-A7D5-C1CB-D566-E65C1F40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846377-3A29-0F13-D6C1-36C9113C953D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FA240-6613-B2C3-6A17-B046E0DF28B1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DC4B07-B56A-CC63-05DC-C563CE48F6C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1A0DB-7D9C-18B2-3C02-45529663AE6A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A7F069-4F0C-069A-57FC-E59F98D38282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91671-FC71-35CA-E932-93D7714A3A15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524D-70C7-F012-B16B-4B7162B025EC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C9801-C56E-2ABE-7EBB-90EF94ECC2E8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F585A3-5F13-2719-C918-A08E50513BEC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FDF471-1A7E-4AAE-8EC2-41A7DF8547C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4FFE16-3276-F846-400E-375555DF7948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E77A043-87DE-9610-E4A1-C28D73D76A8B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aucune ligne n’est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098B3A-323F-AD47-C5B8-C4CEE18EADC0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D35D6-7266-A100-AEDA-55A83211CC7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B90340-229F-0CFC-7F7F-D78F4FED64A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547B3E-218E-03FA-84BC-B492FACA5EA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5B783D-6F32-8E8B-C125-BAEE71E0682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08E410-96AE-62DC-206E-57AE87C68BF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6CD0C-D5DB-BA46-E8CB-FF47B7B01979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CAF7D8-C446-EBC7-511E-2706B735125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3CDC57-7009-918C-4F38-5F89304B6B4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79601CA-31D2-E435-FAE1-C929CA1F02D6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134829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77E3E58-D673-F64B-16CA-BCFE1ECF6D5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A7317ED-92F4-A221-2243-A9DCC73711A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C770895-893E-FFD1-EEAA-9D70D302257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</p:spTree>
    <p:extLst>
      <p:ext uri="{BB962C8B-B14F-4D97-AF65-F5344CB8AC3E}">
        <p14:creationId xmlns:p14="http://schemas.microsoft.com/office/powerpoint/2010/main" val="29835695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A862-495C-C484-F279-9A64F5C6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2A6CF3-0616-2595-79CE-C3BD346B386B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497193-D540-4B16-DCDA-C2642665D6BD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473D3-C1EE-3A6F-8A3C-01822AA284D8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D8D945-33E4-D35F-8380-CCF7FD78990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47C853-A180-B822-0659-2AE2D4DBCC5D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C4E9CD-CF28-03B9-FDB1-9FC015728B25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81717-9C3A-FB39-768E-1E83912338D4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BEE286-2ABB-17B7-56F5-A28C5A960A48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72581C-74D0-F71C-C611-8DBB3D13C80A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B8262DA-1161-64B3-FC83-3DD80AB20AA9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F6591-179C-CFB8-483C-E8C9243917AD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31CB73C-CAE0-07DF-2B86-EF1FB4500F5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653D5-F218-6433-A464-B4DCE4FA333E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695B4-BDF4-16B9-17AA-CBF8CBAE437B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057BE-B631-E54A-D816-B4660B19545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11F000-AEE2-16AB-3204-9D2CAAAF4880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A2B814-2718-3911-DD57-B80C8F8A026E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1C7D1-C018-8D02-9E42-ED6044202FDD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4DFFF-EFD7-826A-5C0B-55904DC94D17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70D5AF-6A41-A7E3-D485-5DB2EEA314C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A9C98-8113-CDE8-18F2-A2B0691755A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A73D7D2-8A23-5534-315E-31D3FAF4B0C3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2604071" y="1959451"/>
            <a:ext cx="2617153" cy="169823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458BB8E-EFFF-B639-1D67-623C026A65B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C22DD25-FA65-C69A-601F-A515467C4BBB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C103041-ACC6-C11F-26CA-B69F2E1A2331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AD5B8F8-F0F0-860C-7732-C1B52B35FA5F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>
            <a:off x="4865015" y="3657686"/>
            <a:ext cx="356209" cy="59271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160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C297-833B-6BCD-15CF-7B21AC0E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D53436-EBE6-6107-56ED-7B66B30D3A9D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61927-1CD2-BB4E-BC7B-A28DE2748CF5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4D02A6-3C6B-D2CF-C1A9-A69BD5E61D57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72A13-F52B-A044-4D96-F1FC12DB29F7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A59D4-FD25-D83C-C8B6-31E2E94BEAB6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F4C918-335B-DBFD-0CCC-D8B638381452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EE2FA-8B4B-9058-4F13-9379536329AD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490D3-F3ED-4EF1-B4FF-F49012AB25DE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B4FAA6-B04B-6F12-0F22-BAC6B1391D1F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D3B8325-18E4-AA1B-AB9F-0B6CFEE5E1EC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0C2D3-FC5F-E3CC-E4C9-327571BCCD93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214C823-597D-AF3C-9CE8-88621F0184B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04B57-CB88-0B72-DA97-431FE4A4B92A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B529B-CECD-3854-D644-F08009E914ED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05278-92A1-A820-126A-CBA318ADC854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BE6E86-B19C-22FA-C8A2-66106904F2C2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B4EBB-95B2-2520-F085-511EE180653F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255956-A816-53B6-9575-DF5A6AF47973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9985D-F000-170C-3C53-F86946400AB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285E27-26C9-7B55-0D62-F865BC756F2B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A7AEF9-8F47-13B1-E79B-907FF1E0DE3D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E363C33-F596-B893-FD36-AA25F4F4F977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182209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E14B03B-2ED1-CC65-9766-E031682314E0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4D745EB-7616-2F66-0F7B-4A8064EA5770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6736315-4297-E06E-A5FD-DB4A994C131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7655FCA-9123-2ADA-9651-C620EEC55FB5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65015" y="3802829"/>
            <a:ext cx="356209" cy="44757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9705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4932-613F-9000-8044-9C6D98DE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48A3D4-EEBF-64FB-54E8-D37BFAFD7EB6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4BA62-1953-FF86-B6C3-9C1BDF27D8A8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06FCD-3805-37C0-6986-833C38910992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B228E5-AFD0-8350-25B5-5EF9D0160BDC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0C018C-2A27-9617-131F-2922AC0E6343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E07A0D-8FCB-E097-8A06-72DCA12A5ED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EAB560-9F37-B9AC-D376-B611802F443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673A8-FB93-4103-D536-79E7003EF014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39A93A-ADF7-61F0-700E-ECB59BB7A7AE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87BA1D-D690-829B-2ED5-3751157BC62B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AE7A2-6F3D-347C-DC6E-0C8FE550FFDC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E063BC2-6DD1-9EE8-8A0F-6E79330DA2DD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9C29D-F3EB-E266-DBC2-D524FDE2F012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CE712D-A46B-872D-834C-D9036202BDFB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A1EA4C-DFEF-AC4D-BBEF-FA497492CDD0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095A8D-690E-C5EE-A5A3-A979A2943D1F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F7E1B3-3FC2-700A-CB75-983E28F95730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2EAD0C-6CC2-1C47-1F0B-8C918D20DAFE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6B7B65-6FA9-458F-F87C-6E8FC96C8FEC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00F5AC-98CE-78A7-2922-2613B706259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68F364-4ADA-2140-CBA3-2E1DDA18CBA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4F7311A-428F-238C-31E6-850850670B8D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408010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E232935-88BA-19C6-EB89-F49DEA37675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EC25BE7-0282-012B-2926-B0D7569FA818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1C98DA5-D056-476A-FC15-9D6E0003946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1C968C4-FD93-FEF6-41B6-E15270E70FCB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4865015" y="4250401"/>
            <a:ext cx="356209" cy="178915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512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9011-788E-FE60-8E14-682C1AD3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6B44B1-E08A-2FDC-0693-49B330F12818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E2C22E-06FA-9924-B8C1-94CECA5A1142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3C888-6E1B-73EE-46B2-B1D10F6A2FDD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40FFE-3675-6880-F141-9D8A272E5EC7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21B83E-E950-1421-ABA0-8A511D1FF8F9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36658-9720-C65F-78EA-F730C0A62B53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188C6-8814-BF66-E5AB-B2E247A66EBC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DA83A-B6B5-A084-7407-D46D120C054D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6D790-5759-49D2-5FCB-A200D5EFEF66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05202A-2C51-1158-BA54-C6342B37F5F6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86404-455D-D9FD-2416-1C545EEB2A6A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A054A5-5A72-2CC0-685C-2E42A08813E0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4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ligne/1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‘0010’.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4D3062-FD9C-0940-5B41-48A35AD89C28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5C73B-46E0-7700-D0FA-B71291E2714A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BA0732-190B-B104-4A62-777E1B99EA6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EABADA-BA3A-2F11-8759-ECD1706EC58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C93188-F546-1331-16E9-240046F6588A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45C0D7-9310-D218-6CD6-F251337CB170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04E7B-7F58-6110-D4BE-F9F16B7DBCCD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F5E61-2B58-9677-5195-5042A172632A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22320-C31D-A7AD-F2B3-5A5433A0081E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29EDFEC-FBEA-6A82-7EC5-B0494CA4F287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134829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767F544-3FAD-548C-DA37-3F471C296573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65250C5-672C-4D44-6490-644393303FA1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83FFAE-798A-81EF-8563-9BB15BD88749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745746D-3671-FA6A-0903-8F32F84E6F7B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65015" y="3307743"/>
            <a:ext cx="356209" cy="94265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8663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67D-7DD7-AFD0-4137-6D315D31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06F277-C277-416B-C544-23BD1DBFEBBF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F85CEA-3EAA-6BBE-DAE6-B46BDD4E23DE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3EF2C9-5A17-56E4-F2BB-5748C09FA1F7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96E45-9882-AC1A-AC98-0169DB3CAB0F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5BD641-E00D-3A54-98D1-A475CED33F4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2AE040-4D4D-B48A-891E-E6D38A9B4B7C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98D33B-AC59-EC1A-9915-5B4742FA2D9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10912E-A8DB-A2EB-E7F8-8E686E078E3C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8F4D55-2FC1-0AE5-74B1-A80A4F307E9C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820B2C-A1FD-C676-D40A-BD7E30BEF674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C55CA-2165-2E75-3839-B849B3D280F5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BA6B620-B358-0248-6D9F-74CF56019197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5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FF652E-6E2B-0B32-1F0E-21952772C41B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39D95B-3495-BCC0-12DB-3D9AE5342CF4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F1D4D-ABA8-9EE2-F50D-A016F4A3A817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6A5B60-88D7-DBDD-2450-139CC26977C3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D99E78-E618-4E61-17C5-AE074AEB5929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77E8E-A387-CD0E-5B84-6D4536759505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A3F385-17E6-EC24-46E0-7949B9311445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C35103-76D2-D054-C7ED-809A6C042D49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8727F3-25E4-001C-013C-B650981B0C43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E3136FE-22B8-CC6A-6263-11AE000A9473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2604071" y="1959451"/>
            <a:ext cx="2617153" cy="169823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27D0B-13D6-C479-C25F-0AAE8C449BA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ED56E24-3566-99BB-94AA-478B1B25680C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EABD5F0-929A-41EF-5199-82ACFECAB77E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CA0B2E7-C654-4AB4-3F4F-DC8FF32DD820}"/>
              </a:ext>
            </a:extLst>
          </p:cNvPr>
          <p:cNvCxnSpPr>
            <a:cxnSpLocks/>
            <a:stCxn id="16" idx="1"/>
            <a:endCxn id="22" idx="3"/>
          </p:cNvCxnSpPr>
          <p:nvPr/>
        </p:nvCxnSpPr>
        <p:spPr>
          <a:xfrm flipH="1">
            <a:off x="4865015" y="3657686"/>
            <a:ext cx="356209" cy="94015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2711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E3F21-1363-51D1-7069-8A17BD8C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F34D5-42FF-38F0-4D3A-A04D4BF9A28C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83297-3FC3-4FC2-5C26-9DA757CF5B69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0D48BC-3513-6667-CB7D-C0FC1BAA7C7A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258734-D681-BAFD-165D-5AA439E739C6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C4FA4-DCE0-BE58-8443-E4C1F3B243AA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6B6DD-2D07-8A56-A05F-B1F32AA825EB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C5128D-1150-2073-032C-BD8208832569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51586-41AF-27FB-0324-5928CD929BAB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010B0-73E7-E0A1-F05D-735ED1811686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DEBF6E3-D727-0BB8-BD1C-985DFE5B4878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F3CFB7-B251-BD96-1F7A-880262E05130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20131FD-D79E-36E3-1B93-6067FE409C42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5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9B8FF0-6729-C0B7-C647-3A044A5F32BF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B5A87-E4FC-88DF-2B02-38937B5962C8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2D6EA-8EB8-9075-AB10-0F7C6B49BF2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4788D8-FB6E-BF7A-EA5D-64ED122338FD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33E7D-EAB8-3DAE-1D2F-8042A0AA137C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C9CA76-8F4B-7D4F-1F11-05E72868B9CC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A00217-11C6-9968-1A81-C3E4E3EC5941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935881-C067-E1E5-890F-6996EB01F9BF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372518-3DAB-D131-6DB2-30B2E9B3A26C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722E727-9E23-B5FD-4543-39EE8A56C8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408010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0AA9BAA-66D7-1BE3-28B7-584A8976DDAD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48CC338-619B-3232-BC9F-446D7B73FED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5E4BEB0-46C5-D168-6BAE-DD375B1F79FA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7AFD8CC-ED5F-ED0B-0CEA-843CE5122D5E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865015" y="4597842"/>
            <a:ext cx="356209" cy="144171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0087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054B-F072-1CB8-8D64-D43B3AC0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0CD6C7-9E36-CF2F-7879-338676B5550E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25975-2A57-28DD-37ED-1F2D892CD2A6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415661-CDBB-988A-FAD9-AC04993133DE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EE1174-D09D-FEFC-210E-FBF781EB9EEE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E27B7E-A682-8733-D4F2-B153C03A3A0B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95F98-C3AA-8F4D-5206-E50DA396E082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EF387F-0A07-E767-E0B0-0985BB9BC1B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41090B-433F-CC4E-8DC6-AD69F10C838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849AA9-EF2E-C141-81E5-B0CA209D5EDD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C9D2C8F-75E2-7F5C-F805-CFF258F2429B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F4E829-BF75-7C57-58B5-5B973D8F70DF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15EBB44-6D86-1F56-DBC6-AEB5BC29FAA4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5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D04E06-6ACB-B5BB-98F4-8608A5FA2DE1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5CA40F-A0BA-2775-8425-5054332FA52E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24727-3921-0497-BE64-95BF8232A632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2B87C-4B8A-BB75-BB7C-638F3DDD53FF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150CC8-B2E2-C61F-B3ED-119FDE0B3DAE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A413A-6E52-9C07-4056-77AEA4075D74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442872-CFEF-5546-2776-1DAF3E5DB1DA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1B8FC2-EAD2-F6E2-E921-E85B00347027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65E873-E944-193B-E4A3-E89F73431A35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0B3B913-4B3E-029A-3452-4E46F032F106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135624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C841D59-4076-A6DD-0D8C-98A3C1126C1B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69A2BC7-1947-6ED6-16C4-02C7A3573EF5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CB31804-DD22-247E-E630-41E26B280AE0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CFF543B-8DCE-0A0E-4A56-7170F2168B83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865015" y="3315694"/>
            <a:ext cx="356209" cy="128214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683A172E-21FA-05FC-64F2-78775EA59C14}"/>
              </a:ext>
            </a:extLst>
          </p:cNvPr>
          <p:cNvSpPr txBox="1"/>
          <p:nvPr/>
        </p:nvSpPr>
        <p:spPr>
          <a:xfrm>
            <a:off x="6663193" y="4012737"/>
            <a:ext cx="4905954" cy="230832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A ce niveau, la condition ne sera plus remplie car il n’y a plus de post (ligne de la table des post) avec un id </a:t>
            </a:r>
            <a:r>
              <a:rPr lang="fr-FR" dirty="0" err="1"/>
              <a:t>facture_id</a:t>
            </a:r>
            <a:r>
              <a:rPr lang="fr-FR" dirty="0"/>
              <a:t> que nous n’avons pas déjà traité.</a:t>
            </a:r>
          </a:p>
          <a:p>
            <a:br>
              <a:rPr lang="fr-FR" dirty="0"/>
            </a:br>
            <a:r>
              <a:rPr lang="fr-FR" dirty="0"/>
              <a:t>La boucle secondaire arrêtera alors son traitement et continuera sur la boucle principale</a:t>
            </a:r>
          </a:p>
        </p:txBody>
      </p:sp>
    </p:spTree>
    <p:extLst>
      <p:ext uri="{BB962C8B-B14F-4D97-AF65-F5344CB8AC3E}">
        <p14:creationId xmlns:p14="http://schemas.microsoft.com/office/powerpoint/2010/main" val="14392478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A0FB-3957-4A97-B67B-650D2F64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97FBF-63AD-D588-40FC-D39AE685CB83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022B6-B0ED-4F5E-0E06-899A388F2DBD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2B969-55EC-9FA7-E76B-69428F43F60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0709C3-B2D5-F225-C31C-A7B598D44305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7B8FD-DFEC-168A-3495-9EFCF0508ED3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882D17-EDB3-17C7-3D4A-01724F5F3531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E97E2-47F6-3030-ECA6-51A277F7F938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B84E44-4E72-B62B-4F0C-F24E308399B3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1107B-4054-29A4-07A8-C851DBACA718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F5A649-E18E-CBE3-2E6C-716BC313D6CF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3CA9F5-82DB-2754-DA7A-7534FF57E0D1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4DC54F9-0FF6-7460-B75E-32F072DC6F8E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5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2B264-8914-881C-1C57-D7A9091DBE29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165B9-52FE-2400-1F0D-CE2216BF1C4C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0EAC5-B69D-705E-E253-10A6B143AAAD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FF268-BEB1-044C-4B96-C631AFD006C1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DDDF40-BB5B-C8BC-90FA-658994C1C27B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D73E3B-1DD3-E289-8A35-0F2E44C13089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66A410-7F40-87CE-CED3-CCC1FF62CED4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659AD6-A58C-47F9-CE8C-3625EA65C053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F9A11E-2436-1C38-EE6C-F43EA0E4879C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65008A9-CAEF-F593-21C2-73CB79838D8A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408010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860762B-E812-46B3-DA36-F6CD73C3AF0A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40DF703-FA04-88AF-8254-20EEE789FC6C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48EBD4F-4BDA-9E1C-0E5B-A30D40AD5767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AEB28CA-99EE-9FF8-5B1F-C481593E2600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865015" y="4597842"/>
            <a:ext cx="356209" cy="144171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617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DD28-3695-B928-6837-59DF149A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154FDB-E374-C08F-76E4-B82A54D72694}"/>
              </a:ext>
            </a:extLst>
          </p:cNvPr>
          <p:cNvSpPr/>
          <p:nvPr/>
        </p:nvSpPr>
        <p:spPr>
          <a:xfrm>
            <a:off x="347745" y="965321"/>
            <a:ext cx="2339796" cy="5188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AE741-CEC4-3199-109C-E6B4981AD59B}"/>
              </a:ext>
            </a:extLst>
          </p:cNvPr>
          <p:cNvSpPr/>
          <p:nvPr/>
        </p:nvSpPr>
        <p:spPr>
          <a:xfrm>
            <a:off x="421419" y="104162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1 (itération 1)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EAD11D-C358-47EC-2328-99DB41C87A51}"/>
              </a:ext>
            </a:extLst>
          </p:cNvPr>
          <p:cNvSpPr/>
          <p:nvPr/>
        </p:nvSpPr>
        <p:spPr>
          <a:xfrm>
            <a:off x="421418" y="1685131"/>
            <a:ext cx="2182653" cy="54864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2 (itération 2)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D13E0-1CEF-CF52-4886-46B37F4F5021}"/>
              </a:ext>
            </a:extLst>
          </p:cNvPr>
          <p:cNvSpPr/>
          <p:nvPr/>
        </p:nvSpPr>
        <p:spPr>
          <a:xfrm>
            <a:off x="421417" y="232864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3 (itération 3)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902B6-57B2-EB85-B952-45E99368C087}"/>
              </a:ext>
            </a:extLst>
          </p:cNvPr>
          <p:cNvSpPr/>
          <p:nvPr/>
        </p:nvSpPr>
        <p:spPr>
          <a:xfrm>
            <a:off x="421416" y="297215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4 (itération 4)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80A4B-A845-4757-7B04-4058E62D4236}"/>
              </a:ext>
            </a:extLst>
          </p:cNvPr>
          <p:cNvSpPr/>
          <p:nvPr/>
        </p:nvSpPr>
        <p:spPr>
          <a:xfrm>
            <a:off x="421415" y="3619895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5 (itération 5)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A6140-0491-D15D-069C-8D782E465571}"/>
              </a:ext>
            </a:extLst>
          </p:cNvPr>
          <p:cNvSpPr/>
          <p:nvPr/>
        </p:nvSpPr>
        <p:spPr>
          <a:xfrm>
            <a:off x="421414" y="426763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6 (itération 6)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CF043D-FB8F-500F-189A-41E2F0078C16}"/>
              </a:ext>
            </a:extLst>
          </p:cNvPr>
          <p:cNvSpPr/>
          <p:nvPr/>
        </p:nvSpPr>
        <p:spPr>
          <a:xfrm>
            <a:off x="421413" y="4892579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7 (itération 7)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FACTURE-007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60D537-CD0F-17DE-4671-7A8BBAB3C4E3}"/>
              </a:ext>
            </a:extLst>
          </p:cNvPr>
          <p:cNvSpPr/>
          <p:nvPr/>
        </p:nvSpPr>
        <p:spPr>
          <a:xfrm>
            <a:off x="421412" y="5527621"/>
            <a:ext cx="2182653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Ligne … (itération …)</a:t>
            </a:r>
            <a:br>
              <a:rPr lang="fr-FR" sz="1000" dirty="0">
                <a:solidFill>
                  <a:schemeClr val="tx1"/>
                </a:solidFill>
              </a:rPr>
            </a:br>
            <a:r>
              <a:rPr lang="fr-FR" sz="1000" dirty="0">
                <a:solidFill>
                  <a:schemeClr val="tx1"/>
                </a:solidFill>
              </a:rPr>
              <a:t>ID (key) : FACTURE-XXX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D3FC99-FC81-4602-9CCE-E267EE5243B0}"/>
              </a:ext>
            </a:extLst>
          </p:cNvPr>
          <p:cNvSpPr txBox="1"/>
          <p:nvPr/>
        </p:nvSpPr>
        <p:spPr>
          <a:xfrm>
            <a:off x="5096787" y="178500"/>
            <a:ext cx="508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INSTRUCTION - LOOP SIMPLE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33E1D3-8977-506A-BD90-7BC2630AB5AE}"/>
              </a:ext>
            </a:extLst>
          </p:cNvPr>
          <p:cNvSpPr/>
          <p:nvPr/>
        </p:nvSpPr>
        <p:spPr>
          <a:xfrm>
            <a:off x="5221224" y="818448"/>
            <a:ext cx="384048" cy="5678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endParaRPr lang="fr-FR" sz="11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algn="ctr"/>
            <a:r>
              <a:rPr lang="fr-FR" sz="11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9A83A9D-1ADB-243F-32B5-5FA9016F0A66}"/>
              </a:ext>
            </a:extLst>
          </p:cNvPr>
          <p:cNvSpPr txBox="1"/>
          <p:nvPr/>
        </p:nvSpPr>
        <p:spPr>
          <a:xfrm>
            <a:off x="5605272" y="820410"/>
            <a:ext cx="6165308" cy="5678478"/>
          </a:xfrm>
          <a:prstGeom prst="rect">
            <a:avLst/>
          </a:prstGeom>
          <a:solidFill>
            <a:srgbClr val="071523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les données contenus dans la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correspondront aux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données de la 2e ligne/2e itération.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BOUCLE sur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MET LES VALEURS DE LA LIGNE LUE DANS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là où le numéro de facture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ligne des postes est égale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  à la valeur de « 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de la structure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de la boucle principale</a:t>
            </a: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LOOP AT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facture_id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ls_facture-facture_id</a:t>
            </a:r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WRITE:/ </a:t>
            </a:r>
            <a:r>
              <a:rPr lang="fr-F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-id.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 A ce niveau, la 5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ligne/2</a:t>
            </a:r>
            <a:r>
              <a:rPr lang="fr-FR" sz="11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itération de la boucle secondaire est lue,    </a:t>
            </a:r>
            <a:b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exécutée.           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Autrement dit, nous aurons :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</a:t>
            </a: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 = ‘FACTURE-002’.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"      </a:t>
            </a:r>
            <a:r>
              <a:rPr lang="fr-F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ls_post-post_ID</a:t>
            </a: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‘0020’. </a:t>
            </a:r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ENDLOOP.</a:t>
            </a:r>
          </a:p>
          <a:p>
            <a:endParaRPr lang="fr-FR" sz="11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ENDLOOP.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F32A0F-709E-C9B7-A323-1D9E3725EE23}"/>
              </a:ext>
            </a:extLst>
          </p:cNvPr>
          <p:cNvSpPr/>
          <p:nvPr/>
        </p:nvSpPr>
        <p:spPr>
          <a:xfrm>
            <a:off x="2911893" y="3069204"/>
            <a:ext cx="2027582" cy="3085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05217-AA8D-E855-2D81-FC7216368F88}"/>
              </a:ext>
            </a:extLst>
          </p:cNvPr>
          <p:cNvSpPr/>
          <p:nvPr/>
        </p:nvSpPr>
        <p:spPr>
          <a:xfrm>
            <a:off x="2988113" y="3131723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39EB7E-CA60-4C13-FEB5-30DD6592A48C}"/>
              </a:ext>
            </a:extLst>
          </p:cNvPr>
          <p:cNvSpPr/>
          <p:nvPr/>
        </p:nvSpPr>
        <p:spPr>
          <a:xfrm>
            <a:off x="2981808" y="3456635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B86706-0B5C-3DE4-9B17-3A36986BC3E5}"/>
              </a:ext>
            </a:extLst>
          </p:cNvPr>
          <p:cNvSpPr/>
          <p:nvPr/>
        </p:nvSpPr>
        <p:spPr>
          <a:xfrm>
            <a:off x="2981808" y="378154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FACTURE-001 | POST 0030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A1F1B6-1896-6509-E1A6-62FA8B9C72AF}"/>
              </a:ext>
            </a:extLst>
          </p:cNvPr>
          <p:cNvSpPr/>
          <p:nvPr/>
        </p:nvSpPr>
        <p:spPr>
          <a:xfrm>
            <a:off x="2977264" y="4114956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3DBDCB-D99E-B914-2C7A-CE9129AC79A7}"/>
              </a:ext>
            </a:extLst>
          </p:cNvPr>
          <p:cNvSpPr/>
          <p:nvPr/>
        </p:nvSpPr>
        <p:spPr>
          <a:xfrm>
            <a:off x="2977264" y="4462397"/>
            <a:ext cx="1887751" cy="27089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FACTURE-002 | POST 0020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A10422-0F08-11DE-F5D3-3B1FCAB4772E}"/>
              </a:ext>
            </a:extLst>
          </p:cNvPr>
          <p:cNvSpPr/>
          <p:nvPr/>
        </p:nvSpPr>
        <p:spPr>
          <a:xfrm>
            <a:off x="2983569" y="4801419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6BD374-0F30-002E-194B-A4AC33743141}"/>
              </a:ext>
            </a:extLst>
          </p:cNvPr>
          <p:cNvSpPr/>
          <p:nvPr/>
        </p:nvSpPr>
        <p:spPr>
          <a:xfrm>
            <a:off x="2977264" y="5126331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0020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B7B9AE-19D4-6266-5896-58E13A76C1AB}"/>
              </a:ext>
            </a:extLst>
          </p:cNvPr>
          <p:cNvSpPr/>
          <p:nvPr/>
        </p:nvSpPr>
        <p:spPr>
          <a:xfrm>
            <a:off x="2977264" y="5451243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FACTURE-003 | POST 0030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2C1D49A-000D-3028-2F9C-18D5E71A6EFA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604071" y="1959451"/>
            <a:ext cx="2617153" cy="433798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5723857-D9C2-44D1-5F05-5BAB863733A6}"/>
              </a:ext>
            </a:extLst>
          </p:cNvPr>
          <p:cNvSpPr/>
          <p:nvPr/>
        </p:nvSpPr>
        <p:spPr>
          <a:xfrm>
            <a:off x="2977264" y="5784652"/>
            <a:ext cx="1887751" cy="27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B1393D2-BB68-BE94-EF6A-68DFDEA3A001}"/>
              </a:ext>
            </a:extLst>
          </p:cNvPr>
          <p:cNvSpPr txBox="1"/>
          <p:nvPr/>
        </p:nvSpPr>
        <p:spPr>
          <a:xfrm>
            <a:off x="2918197" y="2408841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DE POSTS</a:t>
            </a:r>
          </a:p>
          <a:p>
            <a:r>
              <a:rPr lang="fr-FR" dirty="0" err="1"/>
              <a:t>lt_post</a:t>
            </a: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4844B14-852B-C725-67EB-95C0B78D81F5}"/>
              </a:ext>
            </a:extLst>
          </p:cNvPr>
          <p:cNvSpPr txBox="1"/>
          <p:nvPr/>
        </p:nvSpPr>
        <p:spPr>
          <a:xfrm>
            <a:off x="347744" y="178500"/>
            <a:ext cx="408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D’ENTETE (HEADER) </a:t>
            </a:r>
            <a:r>
              <a:rPr lang="fr-FR" dirty="0" err="1"/>
              <a:t>lt_facture</a:t>
            </a:r>
            <a:endParaRPr lang="fr-FR" dirty="0"/>
          </a:p>
          <a:p>
            <a:r>
              <a:rPr lang="fr-FR" dirty="0"/>
              <a:t>Table des entêtes de Factures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4A08609-BC5D-63E7-B135-030A39F8891E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865015" y="4597842"/>
            <a:ext cx="356209" cy="169959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2259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25721</Words>
  <Application>Microsoft Office PowerPoint</Application>
  <PresentationFormat>Grand écran</PresentationFormat>
  <Paragraphs>6872</Paragraphs>
  <Slides>82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82</vt:i4>
      </vt:variant>
    </vt:vector>
  </HeadingPairs>
  <TitlesOfParts>
    <vt:vector size="87" baseType="lpstr"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Frédéric GIUSTINI</dc:creator>
  <cp:lastModifiedBy>Frédéric GIUSTINI</cp:lastModifiedBy>
  <cp:revision>2</cp:revision>
  <dcterms:created xsi:type="dcterms:W3CDTF">2025-11-12T07:40:37Z</dcterms:created>
  <dcterms:modified xsi:type="dcterms:W3CDTF">2025-11-13T09:26:13Z</dcterms:modified>
</cp:coreProperties>
</file>